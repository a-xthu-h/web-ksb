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5" r:id="rId11"/>
    <p:sldId id="266" r:id="rId12"/>
    <p:sldId id="268" r:id="rId13"/>
    <p:sldId id="271" r:id="rId14"/>
    <p:sldId id="272" r:id="rId15"/>
    <p:sldId id="273" r:id="rId16"/>
    <p:sldId id="274" r:id="rId17"/>
    <p:sldId id="275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8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>
        <p:scale>
          <a:sx n="77" d="100"/>
          <a:sy n="77" d="100"/>
        </p:scale>
        <p:origin x="-956" y="548"/>
      </p:cViewPr>
      <p:guideLst>
        <p:guide orient="horz" pos="2185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196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636C7-102B-44BA-A0C4-44E85067546F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0A4B-BC52-454F-A26D-0FD4E4FF36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636C7-102B-44BA-A0C4-44E85067546F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0A4B-BC52-454F-A26D-0FD4E4FF36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636C7-102B-44BA-A0C4-44E85067546F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0A4B-BC52-454F-A26D-0FD4E4FF36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636C7-102B-44BA-A0C4-44E85067546F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0A4B-BC52-454F-A26D-0FD4E4FF36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636C7-102B-44BA-A0C4-44E85067546F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0A4B-BC52-454F-A26D-0FD4E4FF36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636C7-102B-44BA-A0C4-44E85067546F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0A4B-BC52-454F-A26D-0FD4E4FF36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636C7-102B-44BA-A0C4-44E85067546F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0A4B-BC52-454F-A26D-0FD4E4FF36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636C7-102B-44BA-A0C4-44E85067546F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0A4B-BC52-454F-A26D-0FD4E4FF36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636C7-102B-44BA-A0C4-44E85067546F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0A4B-BC52-454F-A26D-0FD4E4FF36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636C7-102B-44BA-A0C4-44E85067546F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0A4B-BC52-454F-A26D-0FD4E4FF36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636C7-102B-44BA-A0C4-44E85067546F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0A4B-BC52-454F-A26D-0FD4E4FF36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636C7-102B-44BA-A0C4-44E85067546F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0A4B-BC52-454F-A26D-0FD4E4FF36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0636C7-102B-44BA-A0C4-44E85067546F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0B0A4B-BC52-454F-A26D-0FD4E4FF367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9512" y="692697"/>
            <a:ext cx="8784976" cy="3240359"/>
          </a:xfr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88640"/>
            <a:ext cx="7704856" cy="554461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pic>
      <p:sp>
        <p:nvSpPr>
          <p:cNvPr id="8" name="Snip Single Corner Rectangle 7"/>
          <p:cNvSpPr/>
          <p:nvPr/>
        </p:nvSpPr>
        <p:spPr>
          <a:xfrm>
            <a:off x="0" y="5805264"/>
            <a:ext cx="6876256" cy="1052736"/>
          </a:xfrm>
          <a:prstGeom prst="snip1Rect">
            <a:avLst>
              <a:gd name="adj" fmla="val 50000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KLINIK SEHAT BAGENDIT</a:t>
            </a:r>
          </a:p>
          <a:p>
            <a:r>
              <a:rPr lang="en-US" dirty="0" err="1"/>
              <a:t>Jalan</a:t>
            </a:r>
            <a:r>
              <a:rPr lang="en-US" dirty="0"/>
              <a:t> </a:t>
            </a:r>
            <a:r>
              <a:rPr lang="en-US" dirty="0" err="1"/>
              <a:t>Cinunuk</a:t>
            </a:r>
            <a:r>
              <a:rPr lang="en-US" dirty="0"/>
              <a:t> No.9 </a:t>
            </a:r>
            <a:r>
              <a:rPr lang="en-US" dirty="0" err="1"/>
              <a:t>Kp</a:t>
            </a:r>
            <a:r>
              <a:rPr lang="en-US" dirty="0"/>
              <a:t>. </a:t>
            </a:r>
            <a:r>
              <a:rPr lang="en-US" dirty="0" err="1"/>
              <a:t>Babakan</a:t>
            </a:r>
            <a:r>
              <a:rPr lang="en-US" dirty="0"/>
              <a:t> </a:t>
            </a:r>
            <a:r>
              <a:rPr lang="en-US" dirty="0" err="1"/>
              <a:t>Baru</a:t>
            </a:r>
            <a:r>
              <a:rPr lang="en-US" dirty="0"/>
              <a:t> Rt. 002 / </a:t>
            </a:r>
            <a:r>
              <a:rPr lang="en-US" dirty="0" err="1"/>
              <a:t>Rw</a:t>
            </a:r>
            <a:r>
              <a:rPr lang="en-US" dirty="0"/>
              <a:t>. 009 </a:t>
            </a:r>
            <a:r>
              <a:rPr lang="en-US" dirty="0" err="1"/>
              <a:t>Desa</a:t>
            </a:r>
            <a:r>
              <a:rPr lang="en-US" dirty="0"/>
              <a:t> </a:t>
            </a:r>
            <a:r>
              <a:rPr lang="en-US" dirty="0" err="1"/>
              <a:t>Cipicung</a:t>
            </a:r>
            <a:r>
              <a:rPr lang="en-US" dirty="0"/>
              <a:t> </a:t>
            </a:r>
            <a:r>
              <a:rPr lang="en-US" dirty="0" err="1"/>
              <a:t>Kecamatan</a:t>
            </a:r>
            <a:r>
              <a:rPr lang="en-US" dirty="0"/>
              <a:t> </a:t>
            </a:r>
            <a:r>
              <a:rPr lang="en-US" dirty="0" err="1"/>
              <a:t>Banyuresmi</a:t>
            </a:r>
            <a:r>
              <a:rPr lang="en-US" dirty="0"/>
              <a:t> </a:t>
            </a:r>
            <a:r>
              <a:rPr lang="en-US" dirty="0" err="1"/>
              <a:t>Kabupaten</a:t>
            </a:r>
            <a:r>
              <a:rPr lang="en-US" dirty="0"/>
              <a:t> </a:t>
            </a:r>
            <a:r>
              <a:rPr lang="en-US" dirty="0" err="1"/>
              <a:t>Garut</a:t>
            </a:r>
            <a:r>
              <a:rPr lang="en-US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04665"/>
            <a:ext cx="7772400" cy="936103"/>
          </a:xfr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Profil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Klinik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Sehat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Bagendit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2" y="1340768"/>
            <a:ext cx="8784976" cy="432048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/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Klinik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Sehat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agendit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merupakan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klinik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pratama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memberikan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pelayanan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kesehatan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medik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dasar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swasta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berorientasi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kepada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pelayanan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pasien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Berawal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pada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tahun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2006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dibukanya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okter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raktik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ribadi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(DPP),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selanjutnya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tanggal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17 Mei 2010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didirikan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Balai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Pengobatan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(BP) di </a:t>
            </a: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alan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Hasan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Arief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No. 222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Parigi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Banyuresmi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Kecamatan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Banyuresmi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Kabupaten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Garut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Seiring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meningkatnya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jumlah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penduduk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Kecamatan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Banyuresmi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tahun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2017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sebanyak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91.708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Jiwa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Jumlah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Rumah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Tangga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21.899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Rumah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Tangga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Jumlah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Sarana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Fasilitas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Kesehatan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( 3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Puskesmas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3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Poliklinik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Balai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Pongobatan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sumber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 BPS 2017) .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Masyarakat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menggunakan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jasa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layanan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kesehatan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terus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meningkat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maka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pihak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pemilik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merasa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perlu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meningkatkan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kualitas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layanan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melalui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berbagai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peningkatan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baik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secara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kelembagaan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fasilitas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maupun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kualitas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sumber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daya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manusianya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Tahun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2017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bangunan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Klinik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Sehat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Bagendit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berdiri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beralamatkan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jalan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Terusan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Cinunuk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No. 9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Babakan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Baru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Rt.002 /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Rw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009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Cipicung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Kecamatan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Banyuresmi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Kabupaten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Garut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Snip Single Corner Rectangle 3"/>
          <p:cNvSpPr/>
          <p:nvPr/>
        </p:nvSpPr>
        <p:spPr>
          <a:xfrm>
            <a:off x="0" y="5805264"/>
            <a:ext cx="7236296" cy="1052736"/>
          </a:xfrm>
          <a:prstGeom prst="snip1Rect">
            <a:avLst>
              <a:gd name="adj" fmla="val 50000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KLINIK SEHAT BAGENDIT</a:t>
            </a:r>
          </a:p>
          <a:p>
            <a:r>
              <a:rPr lang="en-US" dirty="0" err="1"/>
              <a:t>Jalan</a:t>
            </a:r>
            <a:r>
              <a:rPr lang="en-US" dirty="0"/>
              <a:t> </a:t>
            </a:r>
            <a:r>
              <a:rPr lang="en-US" dirty="0" err="1"/>
              <a:t>Cinunuk</a:t>
            </a:r>
            <a:r>
              <a:rPr lang="en-US" dirty="0"/>
              <a:t> No.9 </a:t>
            </a:r>
            <a:r>
              <a:rPr lang="en-US" dirty="0" err="1"/>
              <a:t>Kp</a:t>
            </a:r>
            <a:r>
              <a:rPr lang="en-US" dirty="0"/>
              <a:t>. </a:t>
            </a:r>
            <a:r>
              <a:rPr lang="en-US" dirty="0" err="1"/>
              <a:t>Babakan</a:t>
            </a:r>
            <a:r>
              <a:rPr lang="en-US" dirty="0"/>
              <a:t> </a:t>
            </a:r>
            <a:r>
              <a:rPr lang="en-US" dirty="0" err="1"/>
              <a:t>Baru</a:t>
            </a:r>
            <a:r>
              <a:rPr lang="en-US" dirty="0"/>
              <a:t> Rt. 002 / </a:t>
            </a:r>
            <a:r>
              <a:rPr lang="en-US" dirty="0" err="1"/>
              <a:t>Rw</a:t>
            </a:r>
            <a:r>
              <a:rPr lang="en-US" dirty="0"/>
              <a:t>. 009 </a:t>
            </a:r>
            <a:r>
              <a:rPr lang="en-US" dirty="0" err="1"/>
              <a:t>Desa</a:t>
            </a:r>
            <a:r>
              <a:rPr lang="en-US" dirty="0"/>
              <a:t> </a:t>
            </a:r>
            <a:r>
              <a:rPr lang="en-US" dirty="0" err="1"/>
              <a:t>Cipicung</a:t>
            </a:r>
            <a:r>
              <a:rPr lang="en-US" dirty="0"/>
              <a:t> </a:t>
            </a:r>
            <a:r>
              <a:rPr lang="en-US" dirty="0" err="1"/>
              <a:t>Kecamatan</a:t>
            </a:r>
            <a:r>
              <a:rPr lang="en-US" dirty="0"/>
              <a:t> </a:t>
            </a:r>
            <a:r>
              <a:rPr lang="en-US" dirty="0" err="1"/>
              <a:t>Banyuresmi</a:t>
            </a:r>
            <a:r>
              <a:rPr lang="en-US" dirty="0"/>
              <a:t> </a:t>
            </a:r>
            <a:r>
              <a:rPr lang="en-US" dirty="0" err="1"/>
              <a:t>Kabupaten</a:t>
            </a:r>
            <a:r>
              <a:rPr lang="en-US" dirty="0"/>
              <a:t> </a:t>
            </a:r>
            <a:r>
              <a:rPr lang="en-US" dirty="0" err="1"/>
              <a:t>Garut</a:t>
            </a:r>
            <a:r>
              <a:rPr lang="en-US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48681"/>
            <a:ext cx="8062664" cy="1512167"/>
          </a:xfr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err="1" smtClean="0"/>
              <a:t>Visi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err="1" smtClean="0"/>
              <a:t>Klinik</a:t>
            </a:r>
            <a:r>
              <a:rPr lang="en-US" dirty="0" smtClean="0"/>
              <a:t> </a:t>
            </a:r>
            <a:r>
              <a:rPr lang="en-US" dirty="0" err="1" smtClean="0"/>
              <a:t>Sehat</a:t>
            </a:r>
            <a:r>
              <a:rPr lang="en-US" dirty="0" smtClean="0"/>
              <a:t> </a:t>
            </a:r>
            <a:r>
              <a:rPr lang="en-US" dirty="0" err="1" smtClean="0"/>
              <a:t>Bagendit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2" y="2060848"/>
            <a:ext cx="8096944" cy="324036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Menjadi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pusat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layanan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kesehatan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primer yang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Berkualitas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Nyaman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Bersahabat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 Wilayah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Kecamatan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Banyuresmi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sekitarnya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nip Single Corner Rectangle 4"/>
          <p:cNvSpPr/>
          <p:nvPr/>
        </p:nvSpPr>
        <p:spPr>
          <a:xfrm>
            <a:off x="0" y="5805264"/>
            <a:ext cx="6516216" cy="1052736"/>
          </a:xfrm>
          <a:prstGeom prst="snip1Rect">
            <a:avLst>
              <a:gd name="adj" fmla="val 50000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KLINIK SEHAT BAGENDIT</a:t>
            </a:r>
          </a:p>
          <a:p>
            <a:r>
              <a:rPr lang="en-US" dirty="0" err="1"/>
              <a:t>Jalan</a:t>
            </a:r>
            <a:r>
              <a:rPr lang="en-US" dirty="0"/>
              <a:t> </a:t>
            </a:r>
            <a:r>
              <a:rPr lang="en-US" dirty="0" err="1"/>
              <a:t>Cinunuk</a:t>
            </a:r>
            <a:r>
              <a:rPr lang="en-US" dirty="0"/>
              <a:t> No.9 </a:t>
            </a:r>
            <a:r>
              <a:rPr lang="en-US" dirty="0" err="1"/>
              <a:t>Kp</a:t>
            </a:r>
            <a:r>
              <a:rPr lang="en-US" dirty="0"/>
              <a:t>. </a:t>
            </a:r>
            <a:r>
              <a:rPr lang="en-US" dirty="0" err="1"/>
              <a:t>Babakan</a:t>
            </a:r>
            <a:r>
              <a:rPr lang="en-US" dirty="0"/>
              <a:t> </a:t>
            </a:r>
            <a:r>
              <a:rPr lang="en-US" dirty="0" err="1"/>
              <a:t>Baru</a:t>
            </a:r>
            <a:r>
              <a:rPr lang="en-US" dirty="0"/>
              <a:t> Rt. 002 / </a:t>
            </a:r>
            <a:r>
              <a:rPr lang="en-US" dirty="0" err="1"/>
              <a:t>Rw</a:t>
            </a:r>
            <a:r>
              <a:rPr lang="en-US" dirty="0"/>
              <a:t>. 009 </a:t>
            </a:r>
            <a:r>
              <a:rPr lang="en-US" dirty="0" err="1"/>
              <a:t>Desa</a:t>
            </a:r>
            <a:r>
              <a:rPr lang="en-US" dirty="0"/>
              <a:t> </a:t>
            </a:r>
            <a:r>
              <a:rPr lang="en-US" dirty="0" err="1"/>
              <a:t>Cipicung</a:t>
            </a:r>
            <a:r>
              <a:rPr lang="en-US" dirty="0"/>
              <a:t> </a:t>
            </a:r>
            <a:r>
              <a:rPr lang="en-US" dirty="0" err="1"/>
              <a:t>Kecamatan</a:t>
            </a:r>
            <a:r>
              <a:rPr lang="en-US" dirty="0"/>
              <a:t> </a:t>
            </a:r>
            <a:r>
              <a:rPr lang="en-US" dirty="0" err="1"/>
              <a:t>Banyuresmi</a:t>
            </a:r>
            <a:r>
              <a:rPr lang="en-US" dirty="0"/>
              <a:t> </a:t>
            </a:r>
            <a:r>
              <a:rPr lang="en-US" dirty="0" err="1"/>
              <a:t>Kabupaten</a:t>
            </a:r>
            <a:r>
              <a:rPr lang="en-US" dirty="0"/>
              <a:t> </a:t>
            </a:r>
            <a:r>
              <a:rPr lang="en-US" dirty="0" err="1"/>
              <a:t>Garut</a:t>
            </a:r>
            <a:r>
              <a:rPr lang="en-US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0649"/>
            <a:ext cx="7772400" cy="1080119"/>
          </a:xfr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dirty="0" err="1" smtClean="0"/>
              <a:t>Misi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err="1" smtClean="0"/>
              <a:t>Klinik</a:t>
            </a:r>
            <a:r>
              <a:rPr lang="en-US" dirty="0" smtClean="0"/>
              <a:t> </a:t>
            </a:r>
            <a:r>
              <a:rPr lang="en-US" dirty="0" err="1" smtClean="0"/>
              <a:t>Sehat</a:t>
            </a:r>
            <a:r>
              <a:rPr lang="en-US" dirty="0" smtClean="0"/>
              <a:t> </a:t>
            </a:r>
            <a:r>
              <a:rPr lang="en-US" dirty="0" err="1" smtClean="0"/>
              <a:t>Bagendit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460" y="1463040"/>
            <a:ext cx="8785225" cy="412623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55000" lnSpcReduction="20000"/>
          </a:bodyPr>
          <a:lstStyle/>
          <a:p>
            <a:pPr lvl="0" algn="just"/>
            <a:r>
              <a:rPr lang="en-US" dirty="0" smtClean="0"/>
              <a:t>1</a:t>
            </a:r>
            <a:r>
              <a:rPr lang="en-US" sz="3800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3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Melandasi</a:t>
            </a:r>
            <a:r>
              <a:rPr lang="en-US" sz="3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setiap</a:t>
            </a:r>
            <a:r>
              <a:rPr lang="en-US" sz="3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aktifitas</a:t>
            </a:r>
            <a:r>
              <a:rPr lang="en-US" sz="3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pelayanan</a:t>
            </a:r>
            <a:r>
              <a:rPr lang="en-US" sz="3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US" sz="3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klinik</a:t>
            </a:r>
            <a:r>
              <a:rPr lang="en-US" sz="3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sebagai</a:t>
            </a:r>
            <a:r>
              <a:rPr lang="en-US" sz="3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ibadah</a:t>
            </a:r>
            <a:r>
              <a:rPr lang="en-US" sz="3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kepada</a:t>
            </a:r>
            <a:r>
              <a:rPr lang="en-US" sz="3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800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Alloh</a:t>
            </a:r>
            <a:r>
              <a:rPr lang="en-US" sz="3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SWT</a:t>
            </a:r>
            <a:r>
              <a:rPr lang="en-US" sz="3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 algn="just"/>
            <a:r>
              <a:rPr lang="en-US" sz="3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sz="3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Menyediakan</a:t>
            </a:r>
            <a:r>
              <a:rPr lang="en-US" sz="3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layanan</a:t>
            </a:r>
            <a:r>
              <a:rPr lang="en-US" sz="3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medik</a:t>
            </a:r>
            <a:r>
              <a:rPr lang="en-US" sz="3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dasar</a:t>
            </a:r>
            <a:r>
              <a:rPr lang="en-US" sz="3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bagi</a:t>
            </a:r>
            <a:r>
              <a:rPr lang="en-US" sz="3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pengguna</a:t>
            </a:r>
            <a:r>
              <a:rPr lang="en-US" sz="3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pasien</a:t>
            </a:r>
            <a:r>
              <a:rPr lang="en-US" sz="3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umum</a:t>
            </a:r>
            <a:r>
              <a:rPr lang="en-US" sz="3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3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BPJS </a:t>
            </a:r>
            <a:r>
              <a:rPr lang="en-US" sz="3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Kesehatan</a:t>
            </a:r>
            <a:endParaRPr lang="en-US" sz="3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/>
            <a:r>
              <a:rPr lang="en-US" sz="3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US" sz="3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Melayani</a:t>
            </a:r>
            <a:r>
              <a:rPr lang="en-US" sz="3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3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800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Senyum</a:t>
            </a:r>
            <a:r>
              <a:rPr lang="en-US" sz="3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Salam, </a:t>
            </a:r>
            <a:r>
              <a:rPr lang="en-US" sz="3800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Sapa</a:t>
            </a:r>
            <a:r>
              <a:rPr lang="en-US" sz="3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800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Sabar</a:t>
            </a:r>
            <a:r>
              <a:rPr lang="en-US" sz="3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800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Cepat</a:t>
            </a:r>
            <a:r>
              <a:rPr lang="en-US" sz="3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800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Tepat</a:t>
            </a:r>
            <a:r>
              <a:rPr lang="en-US" sz="3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800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3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800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penuh</a:t>
            </a:r>
            <a:r>
              <a:rPr lang="en-US" sz="3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800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Simpati</a:t>
            </a:r>
            <a:endParaRPr lang="en-US" sz="3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/>
            <a:r>
              <a:rPr lang="en-US" sz="3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en-US" sz="3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Meningkatkan</a:t>
            </a:r>
            <a:r>
              <a:rPr lang="en-US" sz="3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pengetahuan</a:t>
            </a:r>
            <a:r>
              <a:rPr lang="en-US" sz="3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3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keterampilan</a:t>
            </a:r>
            <a:r>
              <a:rPr lang="en-US" sz="3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sz="3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pelayanan</a:t>
            </a:r>
            <a:r>
              <a:rPr lang="en-US" sz="3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kesehatan</a:t>
            </a:r>
            <a:r>
              <a:rPr lang="en-US" sz="3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agar </a:t>
            </a:r>
            <a:r>
              <a:rPr lang="en-US" sz="3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profesional</a:t>
            </a:r>
            <a:r>
              <a:rPr lang="en-US" sz="3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sz="3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bekerja</a:t>
            </a:r>
            <a:endParaRPr lang="en-US" sz="3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/>
            <a:r>
              <a:rPr lang="en-US" sz="3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lang="en-US" sz="3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Berusaha</a:t>
            </a:r>
            <a:r>
              <a:rPr lang="en-US" sz="3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menyediakan</a:t>
            </a:r>
            <a:r>
              <a:rPr lang="en-US" sz="3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fasilitas</a:t>
            </a:r>
            <a:r>
              <a:rPr lang="en-US" sz="3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3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lengkap</a:t>
            </a:r>
            <a:r>
              <a:rPr lang="en-US" sz="3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3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berkualitas</a:t>
            </a:r>
            <a:r>
              <a:rPr lang="en-US" sz="3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bagi</a:t>
            </a:r>
            <a:r>
              <a:rPr lang="en-US" sz="3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pasien</a:t>
            </a:r>
            <a:endParaRPr lang="en-US" sz="3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/>
            <a:r>
              <a:rPr lang="en-US" sz="3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</a:t>
            </a:r>
            <a:r>
              <a:rPr lang="en-US" sz="3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Menciptakan</a:t>
            </a:r>
            <a:r>
              <a:rPr lang="en-US" sz="3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lingkungan</a:t>
            </a:r>
            <a:r>
              <a:rPr lang="en-US" sz="3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klinik</a:t>
            </a:r>
            <a:r>
              <a:rPr lang="en-US" sz="3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3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bersih</a:t>
            </a:r>
            <a:r>
              <a:rPr lang="en-US" sz="3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aman</a:t>
            </a:r>
            <a:r>
              <a:rPr lang="en-US" sz="3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nyaman</a:t>
            </a:r>
            <a:r>
              <a:rPr lang="en-US" sz="3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3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bersahabat</a:t>
            </a:r>
            <a:r>
              <a:rPr lang="en-US" sz="3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nip Single Corner Rectangle 4"/>
          <p:cNvSpPr/>
          <p:nvPr/>
        </p:nvSpPr>
        <p:spPr>
          <a:xfrm>
            <a:off x="0" y="5805264"/>
            <a:ext cx="7236296" cy="1052736"/>
          </a:xfrm>
          <a:prstGeom prst="snip1Rect">
            <a:avLst>
              <a:gd name="adj" fmla="val 50000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KLINIK SEHAT BAGENDIT</a:t>
            </a:r>
          </a:p>
          <a:p>
            <a:r>
              <a:rPr lang="en-US" dirty="0" err="1"/>
              <a:t>Jalan</a:t>
            </a:r>
            <a:r>
              <a:rPr lang="en-US" dirty="0"/>
              <a:t> </a:t>
            </a:r>
            <a:r>
              <a:rPr lang="en-US" dirty="0" err="1"/>
              <a:t>Cinunuk</a:t>
            </a:r>
            <a:r>
              <a:rPr lang="en-US" dirty="0"/>
              <a:t> No.9 </a:t>
            </a:r>
            <a:r>
              <a:rPr lang="en-US" dirty="0" err="1"/>
              <a:t>Kp</a:t>
            </a:r>
            <a:r>
              <a:rPr lang="en-US" dirty="0"/>
              <a:t>. </a:t>
            </a:r>
            <a:r>
              <a:rPr lang="en-US" dirty="0" err="1"/>
              <a:t>Babakan</a:t>
            </a:r>
            <a:r>
              <a:rPr lang="en-US" dirty="0"/>
              <a:t> </a:t>
            </a:r>
            <a:r>
              <a:rPr lang="en-US" dirty="0" err="1"/>
              <a:t>Baru</a:t>
            </a:r>
            <a:r>
              <a:rPr lang="en-US" dirty="0"/>
              <a:t> Rt. 002 / </a:t>
            </a:r>
            <a:r>
              <a:rPr lang="en-US" dirty="0" err="1"/>
              <a:t>Rw</a:t>
            </a:r>
            <a:r>
              <a:rPr lang="en-US" dirty="0"/>
              <a:t>. 009 </a:t>
            </a:r>
            <a:r>
              <a:rPr lang="en-US" dirty="0" err="1"/>
              <a:t>Desa</a:t>
            </a:r>
            <a:r>
              <a:rPr lang="en-US" dirty="0"/>
              <a:t> </a:t>
            </a:r>
            <a:r>
              <a:rPr lang="en-US" dirty="0" err="1"/>
              <a:t>Cipicung</a:t>
            </a:r>
            <a:r>
              <a:rPr lang="en-US" dirty="0"/>
              <a:t> </a:t>
            </a:r>
            <a:r>
              <a:rPr lang="en-US" dirty="0" err="1"/>
              <a:t>Kecamatan</a:t>
            </a:r>
            <a:r>
              <a:rPr lang="en-US" dirty="0"/>
              <a:t> </a:t>
            </a:r>
            <a:r>
              <a:rPr lang="en-US" dirty="0" err="1"/>
              <a:t>Banyuresmi</a:t>
            </a:r>
            <a:r>
              <a:rPr lang="en-US" dirty="0"/>
              <a:t> </a:t>
            </a:r>
            <a:r>
              <a:rPr lang="en-US" dirty="0" err="1"/>
              <a:t>Kabupaten</a:t>
            </a:r>
            <a:r>
              <a:rPr lang="en-US" dirty="0"/>
              <a:t> </a:t>
            </a:r>
            <a:r>
              <a:rPr lang="en-US" dirty="0" err="1"/>
              <a:t>Garut</a:t>
            </a:r>
            <a:r>
              <a:rPr lang="en-US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88641"/>
            <a:ext cx="6622504" cy="864095"/>
          </a:xfr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Tata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Nilai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Klinik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Sehat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Bagendit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23728" y="1268760"/>
            <a:ext cx="3744416" cy="453650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47500" lnSpcReduction="20000"/>
          </a:bodyPr>
          <a:lstStyle/>
          <a:p>
            <a:pPr algn="l"/>
            <a:r>
              <a:rPr lang="en-US" dirty="0" smtClean="0"/>
              <a:t>               </a:t>
            </a:r>
          </a:p>
          <a:p>
            <a:pPr algn="l"/>
            <a:r>
              <a:rPr lang="en-US" sz="4000" dirty="0"/>
              <a:t>	 </a:t>
            </a:r>
            <a:r>
              <a:rPr lang="en-US" sz="4000" dirty="0" smtClean="0"/>
              <a:t>   </a:t>
            </a:r>
          </a:p>
          <a:p>
            <a:pPr algn="l"/>
            <a:r>
              <a:rPr lang="en-US" sz="4000" dirty="0"/>
              <a:t>	 </a:t>
            </a:r>
            <a:r>
              <a:rPr lang="en-US" sz="4000" dirty="0" smtClean="0"/>
              <a:t>   </a:t>
            </a:r>
            <a:r>
              <a:rPr lang="en-US" sz="4000" dirty="0" smtClean="0">
                <a:solidFill>
                  <a:schemeClr val="tx1"/>
                </a:solidFill>
              </a:rPr>
              <a:t> </a:t>
            </a:r>
            <a:r>
              <a:rPr lang="en-US" sz="4000" dirty="0" err="1" smtClean="0">
                <a:solidFill>
                  <a:schemeClr val="tx1"/>
                </a:solidFill>
              </a:rPr>
              <a:t>Senyum</a:t>
            </a:r>
            <a:r>
              <a:rPr lang="en-US" sz="4000" dirty="0" smtClean="0">
                <a:solidFill>
                  <a:schemeClr val="tx1"/>
                </a:solidFill>
              </a:rPr>
              <a:t> </a:t>
            </a:r>
            <a:endParaRPr lang="en-US" sz="40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</a:t>
            </a:r>
          </a:p>
          <a:p>
            <a:pPr algn="l"/>
            <a:r>
              <a:rPr lang="en-US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 </a:t>
            </a:r>
            <a:r>
              <a:rPr lang="en-US" sz="4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4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Ikhlas</a:t>
            </a:r>
            <a:endParaRPr lang="en-US" sz="40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4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    </a:t>
            </a:r>
            <a:r>
              <a:rPr lang="en-US" sz="4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Memudahkan</a:t>
            </a:r>
            <a:endParaRPr lang="en-US" sz="40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40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4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    </a:t>
            </a:r>
            <a:r>
              <a:rPr lang="en-US" sz="4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Profesional</a:t>
            </a:r>
            <a:r>
              <a:rPr lang="en-US" sz="4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pPr algn="l"/>
            <a:r>
              <a:rPr lang="en-US" sz="4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</a:t>
            </a:r>
          </a:p>
          <a:p>
            <a:pPr algn="l"/>
            <a:r>
              <a:rPr lang="en-US" sz="4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</a:t>
            </a:r>
            <a:r>
              <a:rPr lang="en-US" sz="4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Amanah</a:t>
            </a:r>
            <a:r>
              <a:rPr lang="en-US" sz="4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</a:t>
            </a:r>
          </a:p>
          <a:p>
            <a:pPr algn="l"/>
            <a:r>
              <a:rPr lang="en-US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</a:p>
          <a:p>
            <a:pPr algn="l"/>
            <a:r>
              <a:rPr lang="en-US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</a:t>
            </a:r>
            <a:r>
              <a:rPr lang="en-US" sz="4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Terampil</a:t>
            </a:r>
            <a:endParaRPr lang="en-US" sz="40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</a:p>
          <a:p>
            <a:pPr algn="l"/>
            <a:r>
              <a:rPr lang="en-US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</a:t>
            </a:r>
            <a:r>
              <a:rPr lang="en-US" sz="4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Inovatif</a:t>
            </a:r>
            <a:endParaRPr lang="en-US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11560" y="1628800"/>
            <a:ext cx="792088" cy="57606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S</a:t>
            </a:r>
            <a:endParaRPr lang="en-US" sz="2800" dirty="0"/>
          </a:p>
        </p:txBody>
      </p:sp>
      <p:sp>
        <p:nvSpPr>
          <p:cNvPr id="5" name="Rectangle 4"/>
          <p:cNvSpPr/>
          <p:nvPr/>
        </p:nvSpPr>
        <p:spPr>
          <a:xfrm>
            <a:off x="611560" y="2276872"/>
            <a:ext cx="792088" cy="50405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I</a:t>
            </a:r>
          </a:p>
        </p:txBody>
      </p:sp>
      <p:sp>
        <p:nvSpPr>
          <p:cNvPr id="6" name="Rectangle 5"/>
          <p:cNvSpPr/>
          <p:nvPr/>
        </p:nvSpPr>
        <p:spPr>
          <a:xfrm>
            <a:off x="611560" y="2852936"/>
            <a:ext cx="792088" cy="50405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M</a:t>
            </a:r>
          </a:p>
        </p:txBody>
      </p:sp>
      <p:sp>
        <p:nvSpPr>
          <p:cNvPr id="7" name="Rectangle 6"/>
          <p:cNvSpPr/>
          <p:nvPr/>
        </p:nvSpPr>
        <p:spPr>
          <a:xfrm>
            <a:off x="625731" y="3429000"/>
            <a:ext cx="792088" cy="50405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P</a:t>
            </a:r>
          </a:p>
        </p:txBody>
      </p:sp>
      <p:sp>
        <p:nvSpPr>
          <p:cNvPr id="8" name="Rectangle 7"/>
          <p:cNvSpPr/>
          <p:nvPr/>
        </p:nvSpPr>
        <p:spPr>
          <a:xfrm>
            <a:off x="625732" y="4005064"/>
            <a:ext cx="792088" cy="50405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611560" y="4581128"/>
            <a:ext cx="792088" cy="50405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1560" y="5157192"/>
            <a:ext cx="792088" cy="50405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I</a:t>
            </a:r>
          </a:p>
        </p:txBody>
      </p:sp>
      <p:sp>
        <p:nvSpPr>
          <p:cNvPr id="11" name="Snip Single Corner Rectangle 10"/>
          <p:cNvSpPr/>
          <p:nvPr/>
        </p:nvSpPr>
        <p:spPr>
          <a:xfrm>
            <a:off x="0" y="5877272"/>
            <a:ext cx="7236296" cy="980728"/>
          </a:xfrm>
          <a:prstGeom prst="snip1Rect">
            <a:avLst>
              <a:gd name="adj" fmla="val 50000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KLINIK SEHAT BAGENDIT</a:t>
            </a:r>
          </a:p>
          <a:p>
            <a:r>
              <a:rPr lang="en-US" dirty="0" err="1"/>
              <a:t>Jalan</a:t>
            </a:r>
            <a:r>
              <a:rPr lang="en-US" dirty="0"/>
              <a:t> </a:t>
            </a:r>
            <a:r>
              <a:rPr lang="en-US" dirty="0" err="1"/>
              <a:t>Cinunuk</a:t>
            </a:r>
            <a:r>
              <a:rPr lang="en-US" dirty="0"/>
              <a:t> No.9 </a:t>
            </a:r>
            <a:r>
              <a:rPr lang="en-US" dirty="0" err="1"/>
              <a:t>Kp</a:t>
            </a:r>
            <a:r>
              <a:rPr lang="en-US" dirty="0"/>
              <a:t>. </a:t>
            </a:r>
            <a:r>
              <a:rPr lang="en-US" dirty="0" err="1"/>
              <a:t>Babakan</a:t>
            </a:r>
            <a:r>
              <a:rPr lang="en-US" dirty="0"/>
              <a:t> </a:t>
            </a:r>
            <a:r>
              <a:rPr lang="en-US" dirty="0" err="1"/>
              <a:t>Baru</a:t>
            </a:r>
            <a:r>
              <a:rPr lang="en-US" dirty="0"/>
              <a:t> Rt. 002 / </a:t>
            </a:r>
            <a:r>
              <a:rPr lang="en-US" dirty="0" err="1"/>
              <a:t>Rw</a:t>
            </a:r>
            <a:r>
              <a:rPr lang="en-US" dirty="0"/>
              <a:t>. 009 </a:t>
            </a:r>
            <a:r>
              <a:rPr lang="en-US" dirty="0" err="1"/>
              <a:t>Desa</a:t>
            </a:r>
            <a:r>
              <a:rPr lang="en-US" dirty="0"/>
              <a:t> </a:t>
            </a:r>
            <a:r>
              <a:rPr lang="en-US" dirty="0" err="1"/>
              <a:t>Cipicung</a:t>
            </a:r>
            <a:r>
              <a:rPr lang="en-US" dirty="0"/>
              <a:t> </a:t>
            </a:r>
            <a:r>
              <a:rPr lang="en-US" dirty="0" err="1"/>
              <a:t>Kecamatan</a:t>
            </a:r>
            <a:r>
              <a:rPr lang="en-US" dirty="0"/>
              <a:t> </a:t>
            </a:r>
            <a:r>
              <a:rPr lang="en-US" dirty="0" err="1"/>
              <a:t>Banyuresmi</a:t>
            </a:r>
            <a:r>
              <a:rPr lang="en-US" dirty="0"/>
              <a:t> </a:t>
            </a:r>
            <a:r>
              <a:rPr lang="en-US" dirty="0" err="1"/>
              <a:t>Kabupaten</a:t>
            </a:r>
            <a:r>
              <a:rPr lang="en-US" dirty="0"/>
              <a:t> </a:t>
            </a:r>
            <a:r>
              <a:rPr lang="en-US" dirty="0" err="1"/>
              <a:t>Garut</a:t>
            </a:r>
            <a:r>
              <a:rPr lang="en-US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91680" y="692697"/>
            <a:ext cx="5904656" cy="1440159"/>
          </a:xfr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Motto </a:t>
            </a:r>
            <a:b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Klinik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Sehat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agendit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9552" y="2492896"/>
            <a:ext cx="8136904" cy="2448272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endParaRPr lang="en-US" sz="4400" b="1" i="1" dirty="0" smtClean="0"/>
          </a:p>
          <a:p>
            <a:r>
              <a:rPr lang="en-US" sz="4400" b="1" i="1" dirty="0" err="1" smtClean="0">
                <a:solidFill>
                  <a:schemeClr val="tx1"/>
                </a:solidFill>
              </a:rPr>
              <a:t>Sahabat</a:t>
            </a:r>
            <a:r>
              <a:rPr lang="en-US" sz="4400" b="1" i="1" dirty="0" smtClean="0">
                <a:solidFill>
                  <a:schemeClr val="tx1"/>
                </a:solidFill>
              </a:rPr>
              <a:t> </a:t>
            </a:r>
            <a:r>
              <a:rPr lang="en-US" sz="4400" b="1" i="1" dirty="0" err="1" smtClean="0">
                <a:solidFill>
                  <a:schemeClr val="tx1"/>
                </a:solidFill>
              </a:rPr>
              <a:t>Sehat</a:t>
            </a:r>
            <a:r>
              <a:rPr lang="en-US" sz="4400" b="1" i="1" dirty="0" smtClean="0">
                <a:solidFill>
                  <a:schemeClr val="tx1"/>
                </a:solidFill>
              </a:rPr>
              <a:t> </a:t>
            </a:r>
            <a:r>
              <a:rPr lang="en-US" sz="4400" b="1" i="1" dirty="0" err="1" smtClean="0">
                <a:solidFill>
                  <a:schemeClr val="tx1"/>
                </a:solidFill>
              </a:rPr>
              <a:t>Keluarga</a:t>
            </a:r>
            <a:r>
              <a:rPr lang="en-US" sz="4400" b="1" i="1" dirty="0" smtClean="0">
                <a:solidFill>
                  <a:schemeClr val="tx1"/>
                </a:solidFill>
              </a:rPr>
              <a:t> </a:t>
            </a:r>
            <a:r>
              <a:rPr lang="en-US" sz="4400" b="1" i="1" dirty="0" err="1" smtClean="0">
                <a:solidFill>
                  <a:schemeClr val="tx1"/>
                </a:solidFill>
              </a:rPr>
              <a:t>Anda</a:t>
            </a:r>
          </a:p>
        </p:txBody>
      </p:sp>
      <p:sp>
        <p:nvSpPr>
          <p:cNvPr id="5" name="Snip Single Corner Rectangle 4"/>
          <p:cNvSpPr/>
          <p:nvPr/>
        </p:nvSpPr>
        <p:spPr>
          <a:xfrm>
            <a:off x="0" y="5805264"/>
            <a:ext cx="7236296" cy="1052736"/>
          </a:xfrm>
          <a:prstGeom prst="snip1Rect">
            <a:avLst>
              <a:gd name="adj" fmla="val 50000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KLINIK SEHAT BAGENDIT</a:t>
            </a:r>
          </a:p>
          <a:p>
            <a:r>
              <a:rPr lang="en-US" dirty="0" err="1"/>
              <a:t>Jalan</a:t>
            </a:r>
            <a:r>
              <a:rPr lang="en-US" dirty="0"/>
              <a:t> </a:t>
            </a:r>
            <a:r>
              <a:rPr lang="en-US" dirty="0" err="1"/>
              <a:t>Cinunuk</a:t>
            </a:r>
            <a:r>
              <a:rPr lang="en-US" dirty="0"/>
              <a:t> No.9 </a:t>
            </a:r>
            <a:r>
              <a:rPr lang="en-US" dirty="0" err="1"/>
              <a:t>Kp</a:t>
            </a:r>
            <a:r>
              <a:rPr lang="en-US" dirty="0"/>
              <a:t>. </a:t>
            </a:r>
            <a:r>
              <a:rPr lang="en-US" dirty="0" err="1"/>
              <a:t>Babakan</a:t>
            </a:r>
            <a:r>
              <a:rPr lang="en-US" dirty="0"/>
              <a:t> </a:t>
            </a:r>
            <a:r>
              <a:rPr lang="en-US" dirty="0" err="1"/>
              <a:t>Baru</a:t>
            </a:r>
            <a:r>
              <a:rPr lang="en-US" dirty="0"/>
              <a:t> Rt. 002 / </a:t>
            </a:r>
            <a:r>
              <a:rPr lang="en-US" dirty="0" err="1"/>
              <a:t>Rw</a:t>
            </a:r>
            <a:r>
              <a:rPr lang="en-US" dirty="0"/>
              <a:t>. 009 </a:t>
            </a:r>
            <a:r>
              <a:rPr lang="en-US" dirty="0" err="1"/>
              <a:t>Desa</a:t>
            </a:r>
            <a:r>
              <a:rPr lang="en-US" dirty="0"/>
              <a:t> </a:t>
            </a:r>
            <a:r>
              <a:rPr lang="en-US" dirty="0" err="1"/>
              <a:t>Cipicung</a:t>
            </a:r>
            <a:r>
              <a:rPr lang="en-US" dirty="0"/>
              <a:t> </a:t>
            </a:r>
            <a:r>
              <a:rPr lang="en-US" dirty="0" err="1"/>
              <a:t>Kecamatan</a:t>
            </a:r>
            <a:r>
              <a:rPr lang="en-US" dirty="0"/>
              <a:t> </a:t>
            </a:r>
            <a:r>
              <a:rPr lang="en-US" dirty="0" err="1"/>
              <a:t>Banyuresmi</a:t>
            </a:r>
            <a:r>
              <a:rPr lang="en-US" dirty="0"/>
              <a:t> </a:t>
            </a:r>
            <a:r>
              <a:rPr lang="en-US" dirty="0" err="1"/>
              <a:t>Kabupaten</a:t>
            </a:r>
            <a:r>
              <a:rPr lang="en-US" dirty="0"/>
              <a:t> </a:t>
            </a:r>
            <a:r>
              <a:rPr lang="en-US" dirty="0" err="1"/>
              <a:t>Garut</a:t>
            </a:r>
            <a:r>
              <a:rPr lang="en-US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88641"/>
            <a:ext cx="7772400" cy="1152127"/>
          </a:xfr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Logo </a:t>
            </a:r>
            <a:r>
              <a:rPr lang="en-US" dirty="0" err="1" smtClean="0"/>
              <a:t>Klinik</a:t>
            </a:r>
            <a:r>
              <a:rPr lang="en-US" dirty="0" smtClean="0"/>
              <a:t> </a:t>
            </a:r>
            <a:r>
              <a:rPr lang="en-US" dirty="0" err="1" smtClean="0"/>
              <a:t>Sehat</a:t>
            </a:r>
            <a:r>
              <a:rPr lang="en-US" dirty="0" smtClean="0"/>
              <a:t> </a:t>
            </a:r>
            <a:r>
              <a:rPr lang="en-US" dirty="0" err="1" smtClean="0"/>
              <a:t>Bagendit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15" y="1196975"/>
            <a:ext cx="8856980" cy="264223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pic>
      <p:sp>
        <p:nvSpPr>
          <p:cNvPr id="5" name="Snip Single Corner Rectangle 4"/>
          <p:cNvSpPr/>
          <p:nvPr/>
        </p:nvSpPr>
        <p:spPr>
          <a:xfrm>
            <a:off x="0" y="5805264"/>
            <a:ext cx="7236296" cy="1052736"/>
          </a:xfrm>
          <a:prstGeom prst="snip1Rect">
            <a:avLst>
              <a:gd name="adj" fmla="val 50000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KLINIK SEHAT BAGENDIT</a:t>
            </a:r>
          </a:p>
          <a:p>
            <a:r>
              <a:rPr lang="en-US" dirty="0" err="1"/>
              <a:t>Jalan</a:t>
            </a:r>
            <a:r>
              <a:rPr lang="en-US" dirty="0"/>
              <a:t> </a:t>
            </a:r>
            <a:r>
              <a:rPr lang="en-US" dirty="0" err="1"/>
              <a:t>Cinunuk</a:t>
            </a:r>
            <a:r>
              <a:rPr lang="en-US" dirty="0"/>
              <a:t> No.9 </a:t>
            </a:r>
            <a:r>
              <a:rPr lang="en-US" dirty="0" err="1"/>
              <a:t>Kp</a:t>
            </a:r>
            <a:r>
              <a:rPr lang="en-US" dirty="0"/>
              <a:t>. </a:t>
            </a:r>
            <a:r>
              <a:rPr lang="en-US" dirty="0" err="1"/>
              <a:t>Babakan</a:t>
            </a:r>
            <a:r>
              <a:rPr lang="en-US" dirty="0"/>
              <a:t> </a:t>
            </a:r>
            <a:r>
              <a:rPr lang="en-US" dirty="0" err="1"/>
              <a:t>Baru</a:t>
            </a:r>
            <a:r>
              <a:rPr lang="en-US" dirty="0"/>
              <a:t> Rt. 002 / </a:t>
            </a:r>
            <a:r>
              <a:rPr lang="en-US" dirty="0" err="1"/>
              <a:t>Rw</a:t>
            </a:r>
            <a:r>
              <a:rPr lang="en-US" dirty="0"/>
              <a:t>. 009 </a:t>
            </a:r>
            <a:r>
              <a:rPr lang="en-US" dirty="0" err="1"/>
              <a:t>Desa</a:t>
            </a:r>
            <a:r>
              <a:rPr lang="en-US" dirty="0"/>
              <a:t> </a:t>
            </a:r>
            <a:r>
              <a:rPr lang="en-US" dirty="0" err="1"/>
              <a:t>Cipicung</a:t>
            </a:r>
            <a:r>
              <a:rPr lang="en-US" dirty="0"/>
              <a:t> </a:t>
            </a:r>
            <a:r>
              <a:rPr lang="en-US" dirty="0" err="1"/>
              <a:t>Kecamatan</a:t>
            </a:r>
            <a:r>
              <a:rPr lang="en-US" dirty="0"/>
              <a:t> </a:t>
            </a:r>
            <a:r>
              <a:rPr lang="en-US" dirty="0" err="1"/>
              <a:t>Banyuresmi</a:t>
            </a:r>
            <a:r>
              <a:rPr lang="en-US" dirty="0"/>
              <a:t> </a:t>
            </a:r>
            <a:r>
              <a:rPr lang="en-US" dirty="0" err="1"/>
              <a:t>Kabupaten</a:t>
            </a:r>
            <a:r>
              <a:rPr lang="en-US" dirty="0"/>
              <a:t> </a:t>
            </a:r>
            <a:r>
              <a:rPr lang="en-US" dirty="0" err="1"/>
              <a:t>Garut</a:t>
            </a:r>
            <a:r>
              <a:rPr lang="en-US" dirty="0"/>
              <a:t> </a:t>
            </a:r>
          </a:p>
        </p:txBody>
      </p:sp>
      <p:graphicFrame>
        <p:nvGraphicFramePr>
          <p:cNvPr id="3" name="Table 2"/>
          <p:cNvGraphicFramePr/>
          <p:nvPr/>
        </p:nvGraphicFramePr>
        <p:xfrm>
          <a:off x="106680" y="4058285"/>
          <a:ext cx="821563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5630"/>
              </a:tblGrid>
              <a:tr h="8407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Arti Logo </a:t>
                      </a:r>
                    </a:p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Bulatan Elips : Konsisten</a:t>
                      </a:r>
                    </a:p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buah bulatan : Keseimbangan tujuan dunia dan akhirat</a:t>
                      </a:r>
                    </a:p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Arti Warna</a:t>
                      </a:r>
                    </a:p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Hijau : Sejuk, Keberuntungan, Kesehatan dan Nilai-nilai Islam</a:t>
                      </a:r>
                    </a:p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Orange : Semangat, Percaya Diri, Bersosialisasi dan Penuh Kehangatan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3528" y="188641"/>
            <a:ext cx="6336704" cy="1080119"/>
          </a:xfr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2800" dirty="0" err="1" smtClean="0"/>
              <a:t>Fasilitas</a:t>
            </a:r>
            <a:r>
              <a:rPr lang="en-US" sz="2800" dirty="0" smtClean="0"/>
              <a:t> </a:t>
            </a:r>
            <a:br>
              <a:rPr lang="en-US" sz="2800" dirty="0" smtClean="0"/>
            </a:br>
            <a:r>
              <a:rPr lang="en-US" sz="2800" dirty="0" err="1" smtClean="0"/>
              <a:t>Klinik</a:t>
            </a:r>
            <a:r>
              <a:rPr lang="en-US" sz="2800" dirty="0" smtClean="0"/>
              <a:t> </a:t>
            </a:r>
            <a:r>
              <a:rPr lang="en-US" sz="2800" dirty="0" err="1" smtClean="0"/>
              <a:t>Sehat</a:t>
            </a:r>
            <a:r>
              <a:rPr lang="en-US" sz="2800" dirty="0" smtClean="0"/>
              <a:t> </a:t>
            </a:r>
            <a:r>
              <a:rPr lang="en-US" sz="2800" dirty="0" err="1" smtClean="0"/>
              <a:t>Bagendit</a:t>
            </a:r>
            <a:endParaRPr lang="en-US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196752"/>
            <a:ext cx="7304856" cy="4442048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514350" indent="-514350" algn="just">
              <a:buAutoNum type="arabicPeriod"/>
            </a:pPr>
            <a:r>
              <a:rPr lang="en-US" sz="2000" dirty="0" err="1" smtClean="0">
                <a:solidFill>
                  <a:schemeClr val="tx1"/>
                </a:solidFill>
              </a:rPr>
              <a:t>Ruang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</a:rPr>
              <a:t>Pendaftaran</a:t>
            </a:r>
            <a:r>
              <a:rPr lang="en-US" sz="2000" dirty="0" smtClean="0">
                <a:solidFill>
                  <a:schemeClr val="tx1"/>
                </a:solidFill>
              </a:rPr>
              <a:t> / </a:t>
            </a:r>
            <a:r>
              <a:rPr lang="en-US" sz="2000" dirty="0" err="1" smtClean="0">
                <a:solidFill>
                  <a:schemeClr val="tx1"/>
                </a:solidFill>
              </a:rPr>
              <a:t>Ruang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</a:rPr>
              <a:t>Tunggu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514350" indent="-514350" algn="just">
              <a:buAutoNum type="arabicPeriod"/>
            </a:pPr>
            <a:r>
              <a:rPr lang="en-US" sz="2000" dirty="0" err="1" smtClean="0">
                <a:solidFill>
                  <a:schemeClr val="tx1"/>
                </a:solidFill>
              </a:rPr>
              <a:t>Ruang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</a:rPr>
              <a:t>Pemeriksaan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514350" indent="-514350" algn="just">
              <a:buAutoNum type="arabicPeriod"/>
            </a:pPr>
            <a:r>
              <a:rPr lang="en-US" sz="2000" dirty="0" err="1" smtClean="0">
                <a:solidFill>
                  <a:schemeClr val="tx1"/>
                </a:solidFill>
              </a:rPr>
              <a:t>Ruang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</a:rPr>
              <a:t>Rawat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</a:rPr>
              <a:t>Inap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514350" indent="-514350" algn="just">
              <a:buAutoNum type="arabicPeriod"/>
            </a:pPr>
            <a:r>
              <a:rPr lang="en-US" sz="2000" dirty="0" err="1" smtClean="0">
                <a:solidFill>
                  <a:schemeClr val="tx1"/>
                </a:solidFill>
              </a:rPr>
              <a:t>Ruang</a:t>
            </a:r>
            <a:r>
              <a:rPr lang="en-US" sz="2000" dirty="0" smtClean="0">
                <a:solidFill>
                  <a:schemeClr val="tx1"/>
                </a:solidFill>
              </a:rPr>
              <a:t> Gigi</a:t>
            </a:r>
          </a:p>
          <a:p>
            <a:pPr marL="514350" indent="-514350" algn="just">
              <a:buAutoNum type="arabicPeriod"/>
            </a:pPr>
            <a:r>
              <a:rPr lang="en-US" sz="2000" dirty="0" err="1" smtClean="0">
                <a:solidFill>
                  <a:schemeClr val="tx1"/>
                </a:solidFill>
              </a:rPr>
              <a:t>Ruang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</a:rPr>
              <a:t>Administrasi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514350" indent="-514350" algn="just">
              <a:buAutoNum type="arabicPeriod"/>
            </a:pPr>
            <a:r>
              <a:rPr lang="en-US" sz="2000" dirty="0" err="1" smtClean="0">
                <a:solidFill>
                  <a:schemeClr val="tx1"/>
                </a:solidFill>
              </a:rPr>
              <a:t>Ruang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</a:rPr>
              <a:t>Tindakan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514350" indent="-514350" algn="just">
              <a:buAutoNum type="arabicPeriod"/>
            </a:pPr>
            <a:r>
              <a:rPr lang="en-US" sz="2000" dirty="0" err="1" smtClean="0">
                <a:solidFill>
                  <a:schemeClr val="tx1"/>
                </a:solidFill>
              </a:rPr>
              <a:t>Ruang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</a:rPr>
              <a:t>Observasi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514350" indent="-514350" algn="just">
              <a:buAutoNum type="arabicPeriod"/>
            </a:pPr>
            <a:r>
              <a:rPr lang="en-US" sz="2000" dirty="0" err="1" smtClean="0">
                <a:solidFill>
                  <a:schemeClr val="tx1"/>
                </a:solidFill>
              </a:rPr>
              <a:t>Ruang</a:t>
            </a:r>
            <a:r>
              <a:rPr lang="en-US" sz="2000" dirty="0" smtClean="0">
                <a:solidFill>
                  <a:schemeClr val="tx1"/>
                </a:solidFill>
              </a:rPr>
              <a:t> RB-KIA </a:t>
            </a:r>
            <a:r>
              <a:rPr lang="en-US" sz="2000" dirty="0" err="1" smtClean="0">
                <a:solidFill>
                  <a:schemeClr val="tx1"/>
                </a:solidFill>
              </a:rPr>
              <a:t>dan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</a:rPr>
              <a:t>Pojok</a:t>
            </a:r>
            <a:r>
              <a:rPr lang="en-US" sz="2000" dirty="0" smtClean="0">
                <a:solidFill>
                  <a:schemeClr val="tx1"/>
                </a:solidFill>
              </a:rPr>
              <a:t> ASI</a:t>
            </a:r>
          </a:p>
          <a:p>
            <a:pPr marL="514350" indent="-514350" algn="just">
              <a:buAutoNum type="arabicPeriod"/>
            </a:pPr>
            <a:r>
              <a:rPr lang="en-US" sz="2000" dirty="0" err="1" smtClean="0">
                <a:solidFill>
                  <a:schemeClr val="tx1"/>
                </a:solidFill>
              </a:rPr>
              <a:t>Penerangan</a:t>
            </a:r>
            <a:r>
              <a:rPr lang="en-US" sz="2000" dirty="0" smtClean="0">
                <a:solidFill>
                  <a:schemeClr val="tx1"/>
                </a:solidFill>
              </a:rPr>
              <a:t>  </a:t>
            </a:r>
            <a:r>
              <a:rPr lang="en-US" sz="2000" dirty="0" err="1" smtClean="0">
                <a:solidFill>
                  <a:schemeClr val="tx1"/>
                </a:solidFill>
              </a:rPr>
              <a:t>Listrik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514350" indent="-514350" algn="just">
              <a:buAutoNum type="arabicPeriod"/>
            </a:pPr>
            <a:r>
              <a:rPr lang="en-US" sz="2000" dirty="0" smtClean="0">
                <a:solidFill>
                  <a:schemeClr val="tx1"/>
                </a:solidFill>
              </a:rPr>
              <a:t>Air </a:t>
            </a:r>
            <a:r>
              <a:rPr lang="en-US" sz="2000" dirty="0" err="1" smtClean="0">
                <a:solidFill>
                  <a:schemeClr val="tx1"/>
                </a:solidFill>
              </a:rPr>
              <a:t>Bersih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514350" indent="-514350" algn="just">
              <a:buAutoNum type="arabicPeriod"/>
            </a:pPr>
            <a:r>
              <a:rPr lang="en-US" sz="2000" dirty="0" err="1" smtClean="0">
                <a:solidFill>
                  <a:schemeClr val="tx1"/>
                </a:solidFill>
              </a:rPr>
              <a:t>Jaringan</a:t>
            </a:r>
            <a:r>
              <a:rPr lang="en-US" sz="2000" dirty="0" smtClean="0">
                <a:solidFill>
                  <a:schemeClr val="tx1"/>
                </a:solidFill>
              </a:rPr>
              <a:t> Internet</a:t>
            </a:r>
          </a:p>
          <a:p>
            <a:pPr marL="514350" indent="-514350" algn="just">
              <a:buAutoNum type="arabicPeriod"/>
            </a:pPr>
            <a:r>
              <a:rPr lang="en-US" sz="2000" dirty="0" smtClean="0">
                <a:solidFill>
                  <a:schemeClr val="tx1"/>
                </a:solidFill>
              </a:rPr>
              <a:t>Area </a:t>
            </a:r>
            <a:r>
              <a:rPr lang="en-US" sz="2000" dirty="0" err="1" smtClean="0">
                <a:solidFill>
                  <a:schemeClr val="tx1"/>
                </a:solidFill>
              </a:rPr>
              <a:t>Parkir</a:t>
            </a:r>
          </a:p>
        </p:txBody>
      </p:sp>
      <p:sp>
        <p:nvSpPr>
          <p:cNvPr id="4" name="Snip Single Corner Rectangle 3"/>
          <p:cNvSpPr/>
          <p:nvPr/>
        </p:nvSpPr>
        <p:spPr>
          <a:xfrm>
            <a:off x="0" y="5805264"/>
            <a:ext cx="7236296" cy="1052736"/>
          </a:xfrm>
          <a:prstGeom prst="snip1Rect">
            <a:avLst>
              <a:gd name="adj" fmla="val 50000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KLINIK SEHAT BAGENDIT</a:t>
            </a:r>
          </a:p>
          <a:p>
            <a:r>
              <a:rPr lang="en-US" dirty="0" err="1"/>
              <a:t>Jalan</a:t>
            </a:r>
            <a:r>
              <a:rPr lang="en-US" dirty="0"/>
              <a:t> </a:t>
            </a:r>
            <a:r>
              <a:rPr lang="en-US" dirty="0" err="1"/>
              <a:t>Cinunuk</a:t>
            </a:r>
            <a:r>
              <a:rPr lang="en-US" dirty="0"/>
              <a:t> No.9 </a:t>
            </a:r>
            <a:r>
              <a:rPr lang="en-US" dirty="0" err="1"/>
              <a:t>Kp</a:t>
            </a:r>
            <a:r>
              <a:rPr lang="en-US" dirty="0"/>
              <a:t>. </a:t>
            </a:r>
            <a:r>
              <a:rPr lang="en-US" dirty="0" err="1"/>
              <a:t>Babakan</a:t>
            </a:r>
            <a:r>
              <a:rPr lang="en-US" dirty="0"/>
              <a:t> </a:t>
            </a:r>
            <a:r>
              <a:rPr lang="en-US" dirty="0" err="1"/>
              <a:t>Baru</a:t>
            </a:r>
            <a:r>
              <a:rPr lang="en-US" dirty="0"/>
              <a:t> Rt. 002 / </a:t>
            </a:r>
            <a:r>
              <a:rPr lang="en-US" dirty="0" err="1"/>
              <a:t>Rw</a:t>
            </a:r>
            <a:r>
              <a:rPr lang="en-US" dirty="0"/>
              <a:t>. 009 </a:t>
            </a:r>
            <a:r>
              <a:rPr lang="en-US" dirty="0" err="1"/>
              <a:t>Desa</a:t>
            </a:r>
            <a:r>
              <a:rPr lang="en-US" dirty="0"/>
              <a:t> </a:t>
            </a:r>
            <a:r>
              <a:rPr lang="en-US" dirty="0" err="1"/>
              <a:t>Cipicung</a:t>
            </a:r>
            <a:r>
              <a:rPr lang="en-US" dirty="0"/>
              <a:t> </a:t>
            </a:r>
            <a:r>
              <a:rPr lang="en-US" dirty="0" err="1"/>
              <a:t>Kecamatan</a:t>
            </a:r>
            <a:r>
              <a:rPr lang="en-US" dirty="0"/>
              <a:t> </a:t>
            </a:r>
            <a:r>
              <a:rPr lang="en-US" dirty="0" err="1"/>
              <a:t>Banyuresmi</a:t>
            </a:r>
            <a:r>
              <a:rPr lang="en-US" dirty="0"/>
              <a:t> </a:t>
            </a:r>
            <a:r>
              <a:rPr lang="en-US" dirty="0" err="1"/>
              <a:t>Kabupaten</a:t>
            </a:r>
            <a:r>
              <a:rPr lang="en-US" dirty="0"/>
              <a:t> </a:t>
            </a:r>
            <a:r>
              <a:rPr lang="en-US" dirty="0" err="1"/>
              <a:t>Garut</a:t>
            </a:r>
            <a:r>
              <a:rPr lang="en-US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Pelayanan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Klinik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Sehat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agendit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9512" y="1600201"/>
            <a:ext cx="4316288" cy="341297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55000" lnSpcReduction="20000"/>
          </a:bodyPr>
          <a:lstStyle/>
          <a:p>
            <a:pPr marL="514350" indent="-514350">
              <a:buAutoNum type="arabicPeriod"/>
            </a:pPr>
            <a:r>
              <a:rPr lang="en-US" dirty="0" err="1" smtClean="0">
                <a:solidFill>
                  <a:schemeClr val="tx1"/>
                </a:solidFill>
              </a:rPr>
              <a:t>Pelayanan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Umum</a:t>
            </a:r>
            <a:r>
              <a:rPr lang="en-US" dirty="0" smtClean="0">
                <a:solidFill>
                  <a:schemeClr val="tx1"/>
                </a:solidFill>
              </a:rPr>
              <a:t> / </a:t>
            </a:r>
            <a:r>
              <a:rPr lang="en-US" dirty="0" err="1" smtClean="0">
                <a:solidFill>
                  <a:schemeClr val="tx1"/>
                </a:solidFill>
              </a:rPr>
              <a:t>Rawat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Jalan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</a:p>
          <a:p>
            <a:r>
              <a:rPr lang="en-US" dirty="0" err="1" smtClean="0">
                <a:solidFill>
                  <a:schemeClr val="tx1"/>
                </a:solidFill>
              </a:rPr>
              <a:t>Pengobatan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Umum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err="1" smtClean="0">
                <a:solidFill>
                  <a:schemeClr val="tx1"/>
                </a:solidFill>
              </a:rPr>
              <a:t>Perawatan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luka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err="1" smtClean="0">
                <a:solidFill>
                  <a:schemeClr val="tx1"/>
                </a:solidFill>
              </a:rPr>
              <a:t>Kulit</a:t>
            </a:r>
            <a:r>
              <a:rPr lang="en-US" dirty="0" smtClean="0">
                <a:solidFill>
                  <a:schemeClr val="tx1"/>
                </a:solidFill>
              </a:rPr>
              <a:t> &amp; </a:t>
            </a:r>
            <a:r>
              <a:rPr lang="en-US" dirty="0" err="1" smtClean="0">
                <a:solidFill>
                  <a:schemeClr val="tx1"/>
                </a:solidFill>
              </a:rPr>
              <a:t>Kelamin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err="1" smtClean="0">
                <a:solidFill>
                  <a:schemeClr val="tx1"/>
                </a:solidFill>
              </a:rPr>
              <a:t>Khitan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Nebulizer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USG / EKG</a:t>
            </a:r>
          </a:p>
          <a:p>
            <a:r>
              <a:rPr lang="en-US" dirty="0" err="1" smtClean="0">
                <a:solidFill>
                  <a:schemeClr val="tx1"/>
                </a:solidFill>
              </a:rPr>
              <a:t>Laboratorium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err="1" smtClean="0">
                <a:solidFill>
                  <a:schemeClr val="tx1"/>
                </a:solidFill>
              </a:rPr>
              <a:t>Layanan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Obat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err="1" smtClean="0">
                <a:solidFill>
                  <a:schemeClr val="tx1"/>
                </a:solidFill>
              </a:rPr>
              <a:t>Layanan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Konsultasi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err="1" smtClean="0">
                <a:solidFill>
                  <a:schemeClr val="tx1"/>
                </a:solidFill>
              </a:rPr>
              <a:t>Akupuntur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tx1"/>
                </a:solidFill>
              </a:rPr>
              <a:t>2. </a:t>
            </a:r>
            <a:r>
              <a:rPr lang="en-US" dirty="0" err="1" smtClean="0">
                <a:solidFill>
                  <a:schemeClr val="tx1"/>
                </a:solidFill>
              </a:rPr>
              <a:t>Pelayanan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Rawat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Inap</a:t>
            </a:r>
            <a:endParaRPr lang="en-US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tx1"/>
                </a:solidFill>
              </a:rPr>
              <a:t>3. </a:t>
            </a:r>
            <a:r>
              <a:rPr lang="en-US" dirty="0" err="1" smtClean="0">
                <a:solidFill>
                  <a:schemeClr val="tx1"/>
                </a:solidFill>
              </a:rPr>
              <a:t>Pelayanan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Persalinan</a:t>
            </a:r>
            <a:r>
              <a:rPr lang="en-US" dirty="0" smtClean="0">
                <a:solidFill>
                  <a:schemeClr val="tx1"/>
                </a:solidFill>
              </a:rPr>
              <a:t>, KB &amp; KIA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tx1"/>
                </a:solidFill>
              </a:rPr>
              <a:t>4. </a:t>
            </a:r>
            <a:r>
              <a:rPr lang="en-US" dirty="0" err="1" smtClean="0">
                <a:solidFill>
                  <a:schemeClr val="tx1"/>
                </a:solidFill>
              </a:rPr>
              <a:t>Pelayanan</a:t>
            </a:r>
            <a:r>
              <a:rPr lang="en-US" dirty="0" smtClean="0">
                <a:solidFill>
                  <a:schemeClr val="tx1"/>
                </a:solidFill>
              </a:rPr>
              <a:t> Gigi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88296" cy="4061047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 smtClean="0"/>
              <a:t>5. </a:t>
            </a:r>
            <a:r>
              <a:rPr lang="en-US" dirty="0" err="1" smtClean="0"/>
              <a:t>Pelayanan</a:t>
            </a:r>
            <a:r>
              <a:rPr lang="en-US" dirty="0" smtClean="0"/>
              <a:t> </a:t>
            </a:r>
            <a:r>
              <a:rPr lang="en-US" dirty="0" err="1" smtClean="0"/>
              <a:t>Bidang</a:t>
            </a:r>
            <a:r>
              <a:rPr lang="en-US" dirty="0" smtClean="0"/>
              <a:t> </a:t>
            </a:r>
            <a:r>
              <a:rPr lang="en-US" dirty="0" err="1" smtClean="0"/>
              <a:t>Promotif</a:t>
            </a:r>
            <a:endParaRPr lang="en-US" dirty="0" smtClean="0"/>
          </a:p>
          <a:p>
            <a:r>
              <a:rPr lang="en-US" dirty="0" err="1" smtClean="0"/>
              <a:t>Penyuluhan</a:t>
            </a:r>
            <a:r>
              <a:rPr lang="en-US" dirty="0" smtClean="0"/>
              <a:t> </a:t>
            </a:r>
            <a:r>
              <a:rPr lang="en-US" dirty="0" err="1" smtClean="0"/>
              <a:t>kesehatan</a:t>
            </a:r>
            <a:r>
              <a:rPr lang="en-US" dirty="0" smtClean="0"/>
              <a:t> </a:t>
            </a:r>
            <a:r>
              <a:rPr lang="en-US" dirty="0" err="1" smtClean="0"/>
              <a:t>individu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kelompok</a:t>
            </a:r>
            <a:endParaRPr lang="en-US" dirty="0" smtClean="0"/>
          </a:p>
          <a:p>
            <a:r>
              <a:rPr lang="en-US" dirty="0" err="1" smtClean="0"/>
              <a:t>Penyuluhan</a:t>
            </a:r>
            <a:r>
              <a:rPr lang="en-US" dirty="0" smtClean="0"/>
              <a:t> </a:t>
            </a:r>
            <a:r>
              <a:rPr lang="en-US" dirty="0" err="1" smtClean="0"/>
              <a:t>kesehatan</a:t>
            </a:r>
            <a:r>
              <a:rPr lang="en-US" dirty="0" smtClean="0"/>
              <a:t> </a:t>
            </a:r>
            <a:r>
              <a:rPr lang="en-US" dirty="0" err="1" smtClean="0"/>
              <a:t>masyarakat</a:t>
            </a:r>
            <a:r>
              <a:rPr lang="en-US" dirty="0" smtClean="0"/>
              <a:t> </a:t>
            </a:r>
            <a:r>
              <a:rPr lang="en-US" dirty="0" err="1" smtClean="0"/>
              <a:t>sesuai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petunjuk</a:t>
            </a:r>
            <a:r>
              <a:rPr lang="en-US" dirty="0" smtClean="0"/>
              <a:t> </a:t>
            </a:r>
            <a:r>
              <a:rPr lang="en-US" dirty="0" err="1" smtClean="0"/>
              <a:t>pelaksanaan</a:t>
            </a:r>
            <a:r>
              <a:rPr lang="en-US" dirty="0" smtClean="0"/>
              <a:t> </a:t>
            </a:r>
            <a:r>
              <a:rPr lang="en-US" dirty="0" err="1" smtClean="0"/>
              <a:t>puskesmas</a:t>
            </a:r>
            <a:r>
              <a:rPr lang="en-US" dirty="0" smtClean="0"/>
              <a:t> </a:t>
            </a:r>
            <a:r>
              <a:rPr lang="en-US" dirty="0" err="1" smtClean="0"/>
              <a:t>setempat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6. </a:t>
            </a:r>
            <a:r>
              <a:rPr lang="en-US" dirty="0" err="1" smtClean="0"/>
              <a:t>Pelayanan</a:t>
            </a:r>
            <a:r>
              <a:rPr lang="en-US" dirty="0" smtClean="0"/>
              <a:t> </a:t>
            </a:r>
            <a:r>
              <a:rPr lang="en-US" dirty="0" err="1" smtClean="0"/>
              <a:t>Bidang</a:t>
            </a:r>
            <a:r>
              <a:rPr lang="en-US" dirty="0" smtClean="0"/>
              <a:t> </a:t>
            </a:r>
            <a:r>
              <a:rPr lang="en-US" dirty="0" err="1" smtClean="0"/>
              <a:t>Preventif</a:t>
            </a:r>
            <a:endParaRPr lang="en-US" dirty="0" smtClean="0"/>
          </a:p>
          <a:p>
            <a:r>
              <a:rPr lang="en-US" dirty="0" err="1" smtClean="0"/>
              <a:t>Melaksanakan</a:t>
            </a:r>
            <a:r>
              <a:rPr lang="en-US" dirty="0" smtClean="0"/>
              <a:t> </a:t>
            </a:r>
            <a:r>
              <a:rPr lang="en-US" dirty="0" err="1" smtClean="0"/>
              <a:t>imunisasi</a:t>
            </a:r>
            <a:r>
              <a:rPr lang="en-US" dirty="0" smtClean="0"/>
              <a:t> </a:t>
            </a:r>
            <a:r>
              <a:rPr lang="en-US" dirty="0" err="1" smtClean="0"/>
              <a:t>dasar</a:t>
            </a:r>
            <a:r>
              <a:rPr lang="en-US" dirty="0" smtClean="0"/>
              <a:t> &amp; </a:t>
            </a:r>
            <a:r>
              <a:rPr lang="en-US" dirty="0" err="1" smtClean="0"/>
              <a:t>ulang</a:t>
            </a:r>
            <a:r>
              <a:rPr lang="en-US" dirty="0" smtClean="0"/>
              <a:t>, </a:t>
            </a:r>
            <a:r>
              <a:rPr lang="en-US" dirty="0" err="1" smtClean="0"/>
              <a:t>bekerjasama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Puskesmas</a:t>
            </a:r>
            <a:endParaRPr lang="en-US" dirty="0" smtClean="0"/>
          </a:p>
          <a:p>
            <a:r>
              <a:rPr lang="en-US" dirty="0" err="1" smtClean="0"/>
              <a:t>Membantu</a:t>
            </a:r>
            <a:r>
              <a:rPr lang="en-US" dirty="0" smtClean="0"/>
              <a:t> </a:t>
            </a:r>
            <a:r>
              <a:rPr lang="en-US" dirty="0" err="1" smtClean="0"/>
              <a:t>Puskesmas</a:t>
            </a:r>
            <a:r>
              <a:rPr lang="en-US" dirty="0" smtClean="0"/>
              <a:t> </a:t>
            </a:r>
            <a:r>
              <a:rPr lang="en-US" dirty="0" err="1" smtClean="0"/>
              <a:t>mengatasi</a:t>
            </a:r>
            <a:r>
              <a:rPr lang="en-US" dirty="0" smtClean="0"/>
              <a:t> </a:t>
            </a:r>
            <a:r>
              <a:rPr lang="en-US" dirty="0" err="1" smtClean="0"/>
              <a:t>keadaan</a:t>
            </a:r>
            <a:r>
              <a:rPr lang="en-US" dirty="0" smtClean="0"/>
              <a:t> </a:t>
            </a:r>
            <a:r>
              <a:rPr lang="en-US" dirty="0" err="1" smtClean="0"/>
              <a:t>wabah</a:t>
            </a:r>
            <a:r>
              <a:rPr lang="en-US" dirty="0" smtClean="0"/>
              <a:t>/</a:t>
            </a:r>
            <a:r>
              <a:rPr lang="en-US" dirty="0" err="1" smtClean="0"/>
              <a:t>Kejadian</a:t>
            </a:r>
            <a:r>
              <a:rPr lang="en-US" dirty="0" smtClean="0"/>
              <a:t> </a:t>
            </a:r>
            <a:r>
              <a:rPr lang="en-US" dirty="0" err="1" smtClean="0"/>
              <a:t>luar</a:t>
            </a:r>
            <a:r>
              <a:rPr lang="en-US" dirty="0" smtClean="0"/>
              <a:t> </a:t>
            </a:r>
            <a:r>
              <a:rPr lang="en-US" dirty="0" err="1" smtClean="0"/>
              <a:t>biasa</a:t>
            </a:r>
            <a:r>
              <a:rPr lang="en-US" dirty="0" smtClean="0"/>
              <a:t> (KLB)</a:t>
            </a:r>
          </a:p>
          <a:p>
            <a:pPr marL="0" indent="0">
              <a:buNone/>
            </a:pPr>
            <a:r>
              <a:rPr lang="en-US" dirty="0" smtClean="0"/>
              <a:t>7. </a:t>
            </a:r>
            <a:r>
              <a:rPr lang="en-US" dirty="0" err="1" smtClean="0"/>
              <a:t>Pelayanan</a:t>
            </a:r>
            <a:r>
              <a:rPr lang="en-US" dirty="0" smtClean="0"/>
              <a:t> </a:t>
            </a:r>
            <a:r>
              <a:rPr lang="en-US" dirty="0" err="1" smtClean="0"/>
              <a:t>Bidang</a:t>
            </a:r>
            <a:r>
              <a:rPr lang="en-US" dirty="0" smtClean="0"/>
              <a:t> </a:t>
            </a:r>
            <a:r>
              <a:rPr lang="en-US" dirty="0" err="1" smtClean="0"/>
              <a:t>Kuratif</a:t>
            </a:r>
            <a:endParaRPr lang="en-US" dirty="0" smtClean="0"/>
          </a:p>
          <a:p>
            <a:r>
              <a:rPr lang="en-US" dirty="0" err="1" smtClean="0"/>
              <a:t>Pengobatan</a:t>
            </a:r>
            <a:r>
              <a:rPr lang="en-US" dirty="0" smtClean="0"/>
              <a:t> </a:t>
            </a:r>
            <a:r>
              <a:rPr lang="en-US" dirty="0" err="1" smtClean="0"/>
              <a:t>umum</a:t>
            </a:r>
            <a:endParaRPr lang="en-US" dirty="0" smtClean="0"/>
          </a:p>
          <a:p>
            <a:r>
              <a:rPr lang="en-US" dirty="0" err="1" smtClean="0"/>
              <a:t>Memberikan</a:t>
            </a:r>
            <a:r>
              <a:rPr lang="en-US" dirty="0" smtClean="0"/>
              <a:t> </a:t>
            </a:r>
            <a:r>
              <a:rPr lang="en-US" dirty="0" err="1" smtClean="0"/>
              <a:t>pertolongan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kecelakaan</a:t>
            </a:r>
            <a:r>
              <a:rPr lang="en-US" dirty="0"/>
              <a:t> </a:t>
            </a:r>
            <a:r>
              <a:rPr lang="en-US" dirty="0" smtClean="0"/>
              <a:t>&amp; </a:t>
            </a:r>
            <a:r>
              <a:rPr lang="en-US" dirty="0" err="1" smtClean="0"/>
              <a:t>kondisi</a:t>
            </a:r>
            <a:r>
              <a:rPr lang="en-US" dirty="0" smtClean="0"/>
              <a:t> </a:t>
            </a:r>
            <a:r>
              <a:rPr lang="en-US" dirty="0" err="1" smtClean="0"/>
              <a:t>kegawatdaruratan</a:t>
            </a:r>
            <a:r>
              <a:rPr lang="en-US" dirty="0" smtClean="0"/>
              <a:t>, </a:t>
            </a:r>
            <a:r>
              <a:rPr lang="en-US" dirty="0" err="1" smtClean="0"/>
              <a:t>pelayanan</a:t>
            </a:r>
            <a:r>
              <a:rPr lang="en-US" dirty="0" smtClean="0"/>
              <a:t> </a:t>
            </a:r>
            <a:r>
              <a:rPr lang="en-US" dirty="0" err="1" smtClean="0"/>
              <a:t>Observasi</a:t>
            </a:r>
            <a:endParaRPr lang="en-US" dirty="0" smtClean="0"/>
          </a:p>
          <a:p>
            <a:r>
              <a:rPr lang="en-US" dirty="0" err="1" smtClean="0"/>
              <a:t>Menyelenggarakan</a:t>
            </a:r>
            <a:r>
              <a:rPr lang="en-US" dirty="0" smtClean="0"/>
              <a:t> </a:t>
            </a:r>
            <a:r>
              <a:rPr lang="en-US" dirty="0" err="1" smtClean="0"/>
              <a:t>rujukan</a:t>
            </a:r>
            <a:endParaRPr lang="en-US" dirty="0"/>
          </a:p>
        </p:txBody>
      </p:sp>
      <p:sp>
        <p:nvSpPr>
          <p:cNvPr id="5" name="Snip Single Corner Rectangle 4"/>
          <p:cNvSpPr/>
          <p:nvPr/>
        </p:nvSpPr>
        <p:spPr>
          <a:xfrm>
            <a:off x="0" y="5805264"/>
            <a:ext cx="7236296" cy="1052736"/>
          </a:xfrm>
          <a:prstGeom prst="snip1Rect">
            <a:avLst>
              <a:gd name="adj" fmla="val 50000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KLINIK SEHAT BAGENDIT</a:t>
            </a:r>
          </a:p>
          <a:p>
            <a:r>
              <a:rPr lang="en-US" dirty="0" err="1"/>
              <a:t>Jalan</a:t>
            </a:r>
            <a:r>
              <a:rPr lang="en-US" dirty="0"/>
              <a:t> </a:t>
            </a:r>
            <a:r>
              <a:rPr lang="en-US" dirty="0" err="1"/>
              <a:t>Cinunuk</a:t>
            </a:r>
            <a:r>
              <a:rPr lang="en-US" dirty="0"/>
              <a:t> No.9 </a:t>
            </a:r>
            <a:r>
              <a:rPr lang="en-US" dirty="0" err="1"/>
              <a:t>Kp</a:t>
            </a:r>
            <a:r>
              <a:rPr lang="en-US" dirty="0"/>
              <a:t>. </a:t>
            </a:r>
            <a:r>
              <a:rPr lang="en-US" dirty="0" err="1"/>
              <a:t>Babakan</a:t>
            </a:r>
            <a:r>
              <a:rPr lang="en-US" dirty="0"/>
              <a:t> </a:t>
            </a:r>
            <a:r>
              <a:rPr lang="en-US" dirty="0" err="1"/>
              <a:t>Baru</a:t>
            </a:r>
            <a:r>
              <a:rPr lang="en-US" dirty="0"/>
              <a:t> Rt. 002 / </a:t>
            </a:r>
            <a:r>
              <a:rPr lang="en-US" dirty="0" err="1"/>
              <a:t>Rw</a:t>
            </a:r>
            <a:r>
              <a:rPr lang="en-US" dirty="0"/>
              <a:t>. 009 </a:t>
            </a:r>
            <a:r>
              <a:rPr lang="en-US" dirty="0" err="1"/>
              <a:t>Desa</a:t>
            </a:r>
            <a:r>
              <a:rPr lang="en-US" dirty="0"/>
              <a:t> </a:t>
            </a:r>
            <a:r>
              <a:rPr lang="en-US" dirty="0" err="1"/>
              <a:t>Cipicung</a:t>
            </a:r>
            <a:r>
              <a:rPr lang="en-US" dirty="0"/>
              <a:t> </a:t>
            </a:r>
            <a:r>
              <a:rPr lang="en-US" dirty="0" err="1"/>
              <a:t>Kecamatan</a:t>
            </a:r>
            <a:r>
              <a:rPr lang="en-US" dirty="0"/>
              <a:t> </a:t>
            </a:r>
            <a:r>
              <a:rPr lang="en-US" dirty="0" err="1"/>
              <a:t>Banyuresmi</a:t>
            </a:r>
            <a:r>
              <a:rPr lang="en-US" dirty="0"/>
              <a:t> </a:t>
            </a:r>
            <a:r>
              <a:rPr lang="en-US" dirty="0" err="1"/>
              <a:t>Kabupaten</a:t>
            </a:r>
            <a:r>
              <a:rPr lang="en-US" dirty="0"/>
              <a:t> </a:t>
            </a:r>
            <a:r>
              <a:rPr lang="en-US" dirty="0" err="1"/>
              <a:t>Garut</a:t>
            </a:r>
            <a:r>
              <a:rPr lang="en-US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0649"/>
            <a:ext cx="7772400" cy="936103"/>
          </a:xfr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err="1" smtClean="0"/>
              <a:t>Waktu</a:t>
            </a:r>
            <a:r>
              <a:rPr lang="en-US" dirty="0" smtClean="0"/>
              <a:t> </a:t>
            </a:r>
            <a:r>
              <a:rPr lang="en-US" dirty="0" err="1" smtClean="0"/>
              <a:t>Pelayanan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268760"/>
            <a:ext cx="6400800" cy="338437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algn="l"/>
            <a:r>
              <a:rPr lang="en-US" dirty="0" err="1" smtClean="0">
                <a:solidFill>
                  <a:schemeClr val="tx1"/>
                </a:solidFill>
              </a:rPr>
              <a:t>Rawat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Jalan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</a:p>
          <a:p>
            <a:pPr algn="l"/>
            <a:r>
              <a:rPr lang="en-US" sz="2800" dirty="0" err="1" smtClean="0">
                <a:solidFill>
                  <a:schemeClr val="tx1"/>
                </a:solidFill>
              </a:rPr>
              <a:t>Hari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smtClean="0">
                <a:solidFill>
                  <a:schemeClr val="tx1"/>
                </a:solidFill>
              </a:rPr>
              <a:t>	: </a:t>
            </a:r>
            <a:r>
              <a:rPr lang="en-US" sz="2800" dirty="0" err="1" smtClean="0">
                <a:solidFill>
                  <a:schemeClr val="tx1"/>
                </a:solidFill>
              </a:rPr>
              <a:t>Senin</a:t>
            </a:r>
            <a:r>
              <a:rPr lang="en-US" sz="2800" dirty="0" smtClean="0">
                <a:solidFill>
                  <a:schemeClr val="tx1"/>
                </a:solidFill>
              </a:rPr>
              <a:t> s/d </a:t>
            </a:r>
            <a:r>
              <a:rPr lang="en-US" sz="2800" dirty="0" err="1" smtClean="0">
                <a:solidFill>
                  <a:schemeClr val="tx1"/>
                </a:solidFill>
              </a:rPr>
              <a:t>Minggu</a:t>
            </a:r>
            <a:endParaRPr lang="en-US" sz="2800" dirty="0" smtClean="0">
              <a:solidFill>
                <a:schemeClr val="tx1"/>
              </a:solidFill>
            </a:endParaRPr>
          </a:p>
          <a:p>
            <a:pPr algn="l"/>
            <a:r>
              <a:rPr lang="en-US" sz="2800" dirty="0" smtClean="0">
                <a:solidFill>
                  <a:schemeClr val="tx1"/>
                </a:solidFill>
              </a:rPr>
              <a:t>Jam 	: </a:t>
            </a:r>
            <a:r>
              <a:rPr lang="en-US" sz="2800" dirty="0" err="1" smtClean="0">
                <a:solidFill>
                  <a:schemeClr val="tx1"/>
                </a:solidFill>
              </a:rPr>
              <a:t>Pagi</a:t>
            </a:r>
            <a:r>
              <a:rPr lang="en-US" sz="2800" dirty="0" smtClean="0">
                <a:solidFill>
                  <a:schemeClr val="tx1"/>
                </a:solidFill>
              </a:rPr>
              <a:t> ( 07.00 WIB s/d 14.00 WIB )</a:t>
            </a: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 	</a:t>
            </a:r>
            <a:r>
              <a:rPr lang="en-US" sz="2800" dirty="0" smtClean="0">
                <a:solidFill>
                  <a:schemeClr val="tx1"/>
                </a:solidFill>
              </a:rPr>
              <a:t>  Sore ( 15.00 WIB s/d 20.00 WIB )</a:t>
            </a:r>
          </a:p>
          <a:p>
            <a:pPr algn="l"/>
            <a:r>
              <a:rPr lang="en-US" sz="2800" dirty="0" err="1" smtClean="0">
                <a:solidFill>
                  <a:schemeClr val="tx1"/>
                </a:solidFill>
              </a:rPr>
              <a:t>Rawat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Inap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dan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Persalinan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</a:p>
          <a:p>
            <a:pPr algn="l"/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smtClean="0">
                <a:solidFill>
                  <a:schemeClr val="tx1"/>
                </a:solidFill>
              </a:rPr>
              <a:t>24 Jam</a:t>
            </a:r>
          </a:p>
        </p:txBody>
      </p:sp>
      <p:sp>
        <p:nvSpPr>
          <p:cNvPr id="4" name="Snip Single Corner Rectangle 3"/>
          <p:cNvSpPr/>
          <p:nvPr/>
        </p:nvSpPr>
        <p:spPr>
          <a:xfrm>
            <a:off x="0" y="5805264"/>
            <a:ext cx="7236296" cy="1052736"/>
          </a:xfrm>
          <a:prstGeom prst="snip1Rect">
            <a:avLst>
              <a:gd name="adj" fmla="val 50000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KLINIK SEHAT BAGENDIT</a:t>
            </a:r>
          </a:p>
          <a:p>
            <a:r>
              <a:rPr lang="en-US" dirty="0" err="1"/>
              <a:t>Jalan</a:t>
            </a:r>
            <a:r>
              <a:rPr lang="en-US" dirty="0"/>
              <a:t> </a:t>
            </a:r>
            <a:r>
              <a:rPr lang="en-US" dirty="0" err="1"/>
              <a:t>Cinunuk</a:t>
            </a:r>
            <a:r>
              <a:rPr lang="en-US" dirty="0"/>
              <a:t> No.9 </a:t>
            </a:r>
            <a:r>
              <a:rPr lang="en-US" dirty="0" err="1"/>
              <a:t>Kp</a:t>
            </a:r>
            <a:r>
              <a:rPr lang="en-US" dirty="0"/>
              <a:t>. </a:t>
            </a:r>
            <a:r>
              <a:rPr lang="en-US" dirty="0" err="1"/>
              <a:t>Babakan</a:t>
            </a:r>
            <a:r>
              <a:rPr lang="en-US" dirty="0"/>
              <a:t> </a:t>
            </a:r>
            <a:r>
              <a:rPr lang="en-US" dirty="0" err="1"/>
              <a:t>Baru</a:t>
            </a:r>
            <a:r>
              <a:rPr lang="en-US" dirty="0"/>
              <a:t> Rt. 002 / </a:t>
            </a:r>
            <a:r>
              <a:rPr lang="en-US" dirty="0" err="1"/>
              <a:t>Rw</a:t>
            </a:r>
            <a:r>
              <a:rPr lang="en-US" dirty="0"/>
              <a:t>. 009 </a:t>
            </a:r>
            <a:r>
              <a:rPr lang="en-US" dirty="0" err="1"/>
              <a:t>Desa</a:t>
            </a:r>
            <a:r>
              <a:rPr lang="en-US" dirty="0"/>
              <a:t> </a:t>
            </a:r>
            <a:r>
              <a:rPr lang="en-US" dirty="0" err="1"/>
              <a:t>Cipicung</a:t>
            </a:r>
            <a:r>
              <a:rPr lang="en-US" dirty="0"/>
              <a:t> </a:t>
            </a:r>
            <a:r>
              <a:rPr lang="en-US" dirty="0" err="1"/>
              <a:t>Kecamatan</a:t>
            </a:r>
            <a:r>
              <a:rPr lang="en-US" dirty="0"/>
              <a:t> </a:t>
            </a:r>
            <a:r>
              <a:rPr lang="en-US" dirty="0" err="1"/>
              <a:t>Banyuresmi</a:t>
            </a:r>
            <a:r>
              <a:rPr lang="en-US" dirty="0"/>
              <a:t> </a:t>
            </a:r>
            <a:r>
              <a:rPr lang="en-US" dirty="0" err="1"/>
              <a:t>Kabupaten</a:t>
            </a:r>
            <a:r>
              <a:rPr lang="en-US" dirty="0"/>
              <a:t> </a:t>
            </a:r>
            <a:r>
              <a:rPr lang="en-US" dirty="0" err="1"/>
              <a:t>Garut</a:t>
            </a:r>
            <a:r>
              <a:rPr lang="en-US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764703"/>
          </a:xfr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2400" dirty="0" smtClean="0"/>
              <a:t>STRUKTUR ORGANISASI</a:t>
            </a:r>
            <a:endParaRPr lang="en-US" sz="2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052736"/>
            <a:ext cx="6400800" cy="5472608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620688"/>
            <a:ext cx="6912768" cy="61206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nip Single Corner Rectangle 3"/>
          <p:cNvSpPr/>
          <p:nvPr/>
        </p:nvSpPr>
        <p:spPr>
          <a:xfrm>
            <a:off x="0" y="5805264"/>
            <a:ext cx="7236296" cy="1052736"/>
          </a:xfrm>
          <a:prstGeom prst="snip1Rect">
            <a:avLst>
              <a:gd name="adj" fmla="val 50000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KLINIK SEHAT BAGENDIT</a:t>
            </a:r>
          </a:p>
          <a:p>
            <a:r>
              <a:rPr lang="en-US" dirty="0" err="1"/>
              <a:t>Jalan</a:t>
            </a:r>
            <a:r>
              <a:rPr lang="en-US" dirty="0"/>
              <a:t> </a:t>
            </a:r>
            <a:r>
              <a:rPr lang="en-US" dirty="0" err="1"/>
              <a:t>Cinunuk</a:t>
            </a:r>
            <a:r>
              <a:rPr lang="en-US" dirty="0"/>
              <a:t> No.9 </a:t>
            </a:r>
            <a:r>
              <a:rPr lang="en-US" dirty="0" err="1"/>
              <a:t>Kp</a:t>
            </a:r>
            <a:r>
              <a:rPr lang="en-US" dirty="0"/>
              <a:t>. </a:t>
            </a:r>
            <a:r>
              <a:rPr lang="en-US" dirty="0" err="1"/>
              <a:t>Babakan</a:t>
            </a:r>
            <a:r>
              <a:rPr lang="en-US" dirty="0"/>
              <a:t> </a:t>
            </a:r>
            <a:r>
              <a:rPr lang="en-US" dirty="0" err="1"/>
              <a:t>Baru</a:t>
            </a:r>
            <a:r>
              <a:rPr lang="en-US" dirty="0"/>
              <a:t> Rt. 002 / </a:t>
            </a:r>
            <a:r>
              <a:rPr lang="en-US" dirty="0" err="1"/>
              <a:t>Rw</a:t>
            </a:r>
            <a:r>
              <a:rPr lang="en-US" dirty="0"/>
              <a:t>. 009 </a:t>
            </a:r>
            <a:r>
              <a:rPr lang="en-US" dirty="0" err="1"/>
              <a:t>Desa</a:t>
            </a:r>
            <a:r>
              <a:rPr lang="en-US" dirty="0"/>
              <a:t> </a:t>
            </a:r>
            <a:r>
              <a:rPr lang="en-US" dirty="0" err="1"/>
              <a:t>Cipicung</a:t>
            </a:r>
            <a:r>
              <a:rPr lang="en-US" dirty="0"/>
              <a:t> </a:t>
            </a:r>
            <a:r>
              <a:rPr lang="en-US" dirty="0" err="1"/>
              <a:t>Kecamatan</a:t>
            </a:r>
            <a:r>
              <a:rPr lang="en-US" dirty="0"/>
              <a:t> </a:t>
            </a:r>
            <a:r>
              <a:rPr lang="en-US" dirty="0" err="1"/>
              <a:t>Banyuresmi</a:t>
            </a:r>
            <a:r>
              <a:rPr lang="en-US" dirty="0"/>
              <a:t> </a:t>
            </a:r>
            <a:r>
              <a:rPr lang="en-US" dirty="0" err="1"/>
              <a:t>Kabupaten</a:t>
            </a:r>
            <a:r>
              <a:rPr lang="en-US" dirty="0"/>
              <a:t> </a:t>
            </a:r>
            <a:r>
              <a:rPr lang="en-US" dirty="0" err="1"/>
              <a:t>Garut</a:t>
            </a:r>
            <a:r>
              <a:rPr lang="en-US" dirty="0"/>
              <a:t> </a:t>
            </a:r>
          </a:p>
        </p:txBody>
      </p:sp>
      <p:pic>
        <p:nvPicPr>
          <p:cNvPr id="7" name="Picture 6" descr="foto dr.asep ichsannurd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550" y="45085"/>
            <a:ext cx="2038350" cy="185991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2103755" y="1975485"/>
            <a:ext cx="4627880" cy="3892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/>
              <a:t>dr. Asep Ichsannurdin/Pimpinan Klinik/Pj Klinik</a:t>
            </a:r>
          </a:p>
        </p:txBody>
      </p:sp>
      <p:pic>
        <p:nvPicPr>
          <p:cNvPr id="10" name="Picture 9" descr="foto ade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605" y="2731135"/>
            <a:ext cx="2070100" cy="2264410"/>
          </a:xfrm>
          <a:prstGeom prst="rect">
            <a:avLst/>
          </a:prstGeom>
        </p:spPr>
      </p:pic>
      <p:sp>
        <p:nvSpPr>
          <p:cNvPr id="12" name="Text Box 11"/>
          <p:cNvSpPr txBox="1"/>
          <p:nvPr/>
        </p:nvSpPr>
        <p:spPr>
          <a:xfrm>
            <a:off x="275590" y="5165725"/>
            <a:ext cx="2511425" cy="4699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600"/>
              <a:t>Handri Priyatna/Pj ADMAN</a:t>
            </a:r>
          </a:p>
        </p:txBody>
      </p:sp>
      <p:pic>
        <p:nvPicPr>
          <p:cNvPr id="13" name="Picture 12" descr="foto dr aprin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4550" y="2637790"/>
            <a:ext cx="2169160" cy="2388235"/>
          </a:xfrm>
          <a:prstGeom prst="rect">
            <a:avLst/>
          </a:prstGeom>
        </p:spPr>
      </p:pic>
      <p:sp>
        <p:nvSpPr>
          <p:cNvPr id="14" name="Text Box 13"/>
          <p:cNvSpPr txBox="1"/>
          <p:nvPr/>
        </p:nvSpPr>
        <p:spPr>
          <a:xfrm>
            <a:off x="2885440" y="5165725"/>
            <a:ext cx="3373755" cy="4159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600"/>
              <a:t>dr. Aprina Handayani/Pj Mutu &amp; PPI</a:t>
            </a:r>
          </a:p>
        </p:txBody>
      </p:sp>
      <p:pic>
        <p:nvPicPr>
          <p:cNvPr id="15" name="Picture 14" descr="foto dr.syahria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8610" y="2651125"/>
            <a:ext cx="2199005" cy="2386330"/>
          </a:xfrm>
          <a:prstGeom prst="rect">
            <a:avLst/>
          </a:prstGeom>
        </p:spPr>
      </p:pic>
      <p:sp>
        <p:nvSpPr>
          <p:cNvPr id="16" name="Text Box 15"/>
          <p:cNvSpPr txBox="1"/>
          <p:nvPr/>
        </p:nvSpPr>
        <p:spPr>
          <a:xfrm>
            <a:off x="6588125" y="5165725"/>
            <a:ext cx="2359025" cy="3530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200"/>
              <a:t>     </a:t>
            </a:r>
            <a:r>
              <a:rPr lang="en-US" sz="1600"/>
              <a:t>   dr. Syahrial/Pj UKP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 descr="foto adede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662045" y="239395"/>
            <a:ext cx="2125345" cy="2193290"/>
          </a:xfrm>
          <a:prstGeom prst="rect">
            <a:avLst/>
          </a:prstGeom>
        </p:spPr>
      </p:pic>
      <p:pic>
        <p:nvPicPr>
          <p:cNvPr id="9" name="Content Placeholder 8" descr="foto ade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79070" y="3104515"/>
            <a:ext cx="2237105" cy="2359025"/>
          </a:xfrm>
          <a:prstGeom prst="rect">
            <a:avLst/>
          </a:prstGeom>
        </p:spPr>
      </p:pic>
      <p:sp>
        <p:nvSpPr>
          <p:cNvPr id="12" name="Text Box 11"/>
          <p:cNvSpPr txBox="1"/>
          <p:nvPr/>
        </p:nvSpPr>
        <p:spPr>
          <a:xfrm>
            <a:off x="3275330" y="2504440"/>
            <a:ext cx="3048000" cy="4165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/>
              <a:t>Handri Priyatna/Pj ADMAN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34925" y="5534025"/>
            <a:ext cx="3048000" cy="3930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/>
              <a:t>Ade Yusuf,SE/Koor. Keuangan</a:t>
            </a:r>
          </a:p>
        </p:txBody>
      </p:sp>
      <p:pic>
        <p:nvPicPr>
          <p:cNvPr id="14" name="Picture 13" descr="foto jumyat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0235" y="3028950"/>
            <a:ext cx="2454275" cy="2477770"/>
          </a:xfrm>
          <a:prstGeom prst="rect">
            <a:avLst/>
          </a:prstGeom>
        </p:spPr>
      </p:pic>
      <p:sp>
        <p:nvSpPr>
          <p:cNvPr id="15" name="Text Box 14"/>
          <p:cNvSpPr txBox="1"/>
          <p:nvPr/>
        </p:nvSpPr>
        <p:spPr>
          <a:xfrm>
            <a:off x="3480435" y="5614670"/>
            <a:ext cx="2124075" cy="4559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/>
              <a:t>Jumyati/Koor. MFK</a:t>
            </a:r>
          </a:p>
        </p:txBody>
      </p:sp>
      <p:pic>
        <p:nvPicPr>
          <p:cNvPr id="16" name="Picture 15" descr="foto yudh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9540" y="3023235"/>
            <a:ext cx="2279650" cy="2439670"/>
          </a:xfrm>
          <a:prstGeom prst="rect">
            <a:avLst/>
          </a:prstGeom>
        </p:spPr>
      </p:pic>
      <p:sp>
        <p:nvSpPr>
          <p:cNvPr id="17" name="Text Box 16"/>
          <p:cNvSpPr txBox="1"/>
          <p:nvPr/>
        </p:nvSpPr>
        <p:spPr>
          <a:xfrm>
            <a:off x="6096000" y="5614670"/>
            <a:ext cx="3048000" cy="4527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/>
              <a:t>Yudha A.G/Koor. HUMAS</a:t>
            </a:r>
          </a:p>
        </p:txBody>
      </p:sp>
      <p:sp>
        <p:nvSpPr>
          <p:cNvPr id="18" name="Snip Single Corner Rectangle 17"/>
          <p:cNvSpPr/>
          <p:nvPr/>
        </p:nvSpPr>
        <p:spPr>
          <a:xfrm>
            <a:off x="0" y="5998210"/>
            <a:ext cx="7236460" cy="1025525"/>
          </a:xfrm>
          <a:prstGeom prst="snip1Rect">
            <a:avLst>
              <a:gd name="adj" fmla="val 50000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KLINIK SEHAT BAGENDIT</a:t>
            </a:r>
          </a:p>
          <a:p>
            <a:r>
              <a:rPr lang="en-US" dirty="0" err="1"/>
              <a:t>Jalan</a:t>
            </a:r>
            <a:r>
              <a:rPr lang="en-US" dirty="0"/>
              <a:t> </a:t>
            </a:r>
            <a:r>
              <a:rPr lang="en-US" dirty="0" err="1"/>
              <a:t>Cinunuk</a:t>
            </a:r>
            <a:r>
              <a:rPr lang="en-US" dirty="0"/>
              <a:t> No.9 </a:t>
            </a:r>
            <a:r>
              <a:rPr lang="en-US" dirty="0" err="1"/>
              <a:t>Kp</a:t>
            </a:r>
            <a:r>
              <a:rPr lang="en-US" dirty="0"/>
              <a:t>. </a:t>
            </a:r>
            <a:r>
              <a:rPr lang="en-US" dirty="0" err="1"/>
              <a:t>Babakan</a:t>
            </a:r>
            <a:r>
              <a:rPr lang="en-US" dirty="0"/>
              <a:t> </a:t>
            </a:r>
            <a:r>
              <a:rPr lang="en-US" dirty="0" err="1"/>
              <a:t>Baru</a:t>
            </a:r>
            <a:r>
              <a:rPr lang="en-US" dirty="0"/>
              <a:t> Rt. 002 / </a:t>
            </a:r>
            <a:r>
              <a:rPr lang="en-US" dirty="0" err="1"/>
              <a:t>Rw</a:t>
            </a:r>
            <a:r>
              <a:rPr lang="en-US" dirty="0"/>
              <a:t>. 009 </a:t>
            </a:r>
            <a:r>
              <a:rPr lang="en-US" dirty="0" err="1"/>
              <a:t>Desa</a:t>
            </a:r>
            <a:r>
              <a:rPr lang="en-US" dirty="0"/>
              <a:t> </a:t>
            </a:r>
            <a:r>
              <a:rPr lang="en-US" dirty="0" err="1"/>
              <a:t>Cipicung</a:t>
            </a:r>
            <a:r>
              <a:rPr lang="en-US" dirty="0"/>
              <a:t> </a:t>
            </a:r>
            <a:r>
              <a:rPr lang="en-US" dirty="0" err="1"/>
              <a:t>Kecamatan</a:t>
            </a:r>
            <a:r>
              <a:rPr lang="en-US" dirty="0"/>
              <a:t> </a:t>
            </a:r>
            <a:r>
              <a:rPr lang="en-US" dirty="0" err="1"/>
              <a:t>Banyuresmi</a:t>
            </a:r>
            <a:r>
              <a:rPr lang="en-US" dirty="0"/>
              <a:t> </a:t>
            </a:r>
            <a:r>
              <a:rPr lang="en-US" dirty="0" err="1"/>
              <a:t>Kabupaten</a:t>
            </a:r>
            <a:r>
              <a:rPr lang="en-US" dirty="0"/>
              <a:t> </a:t>
            </a:r>
            <a:r>
              <a:rPr lang="en-US" dirty="0" err="1"/>
              <a:t>Garut</a:t>
            </a:r>
            <a:r>
              <a:rPr lang="en-US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oto dr aprin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149225"/>
            <a:ext cx="2939415" cy="211836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2277745" y="2334260"/>
            <a:ext cx="4172585" cy="3816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/>
              <a:t>dr. Aprina Handayani/Pj Mutu &amp; PPI</a:t>
            </a:r>
          </a:p>
        </p:txBody>
      </p:sp>
      <p:pic>
        <p:nvPicPr>
          <p:cNvPr id="8" name="Picture 7" descr="foto meit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15" y="2636520"/>
            <a:ext cx="2408555" cy="255143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107315" y="5218430"/>
            <a:ext cx="2702560" cy="6591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/>
              <a:t>Meita Rahayu.S.Kep,Ners</a:t>
            </a:r>
          </a:p>
          <a:p>
            <a:r>
              <a:rPr lang="en-US"/>
              <a:t>/Koor.Mutu&amp;PPI</a:t>
            </a:r>
          </a:p>
        </p:txBody>
      </p:sp>
      <p:pic>
        <p:nvPicPr>
          <p:cNvPr id="10" name="Picture 9" descr="foto uswah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890" y="2715895"/>
            <a:ext cx="2615565" cy="2498090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3203575" y="5280025"/>
            <a:ext cx="3048000" cy="5492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400"/>
              <a:t>Uswatun Hasanah.S.Kep</a:t>
            </a:r>
          </a:p>
          <a:p>
            <a:r>
              <a:rPr lang="en-US" sz="1400"/>
              <a:t>/Koor. KP &amp; MR</a:t>
            </a:r>
          </a:p>
        </p:txBody>
      </p:sp>
      <p:pic>
        <p:nvPicPr>
          <p:cNvPr id="12" name="Picture 11" descr="foto jumyati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1590" y="2733675"/>
            <a:ext cx="2449195" cy="2419350"/>
          </a:xfrm>
          <a:prstGeom prst="rect">
            <a:avLst/>
          </a:prstGeom>
        </p:spPr>
      </p:pic>
      <p:sp>
        <p:nvSpPr>
          <p:cNvPr id="13" name="Text Box 12"/>
          <p:cNvSpPr txBox="1"/>
          <p:nvPr/>
        </p:nvSpPr>
        <p:spPr>
          <a:xfrm>
            <a:off x="6513195" y="5280025"/>
            <a:ext cx="2065655" cy="5492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/>
              <a:t>Jumyati/Koor. K3</a:t>
            </a:r>
          </a:p>
        </p:txBody>
      </p:sp>
      <p:sp>
        <p:nvSpPr>
          <p:cNvPr id="14" name="Snip Single Corner Rectangle 13"/>
          <p:cNvSpPr/>
          <p:nvPr/>
        </p:nvSpPr>
        <p:spPr>
          <a:xfrm>
            <a:off x="0" y="5805264"/>
            <a:ext cx="7236296" cy="1052736"/>
          </a:xfrm>
          <a:prstGeom prst="snip1Rect">
            <a:avLst>
              <a:gd name="adj" fmla="val 50000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KLINIK SEHAT BAGENDIT</a:t>
            </a:r>
          </a:p>
          <a:p>
            <a:r>
              <a:rPr lang="en-US" dirty="0" err="1"/>
              <a:t>Jalan</a:t>
            </a:r>
            <a:r>
              <a:rPr lang="en-US" dirty="0"/>
              <a:t> </a:t>
            </a:r>
            <a:r>
              <a:rPr lang="en-US" dirty="0" err="1"/>
              <a:t>Cinunuk</a:t>
            </a:r>
            <a:r>
              <a:rPr lang="en-US" dirty="0"/>
              <a:t> No.9 </a:t>
            </a:r>
            <a:r>
              <a:rPr lang="en-US" dirty="0" err="1"/>
              <a:t>Kp</a:t>
            </a:r>
            <a:r>
              <a:rPr lang="en-US" dirty="0"/>
              <a:t>. </a:t>
            </a:r>
            <a:r>
              <a:rPr lang="en-US" dirty="0" err="1"/>
              <a:t>Babakan</a:t>
            </a:r>
            <a:r>
              <a:rPr lang="en-US" dirty="0"/>
              <a:t> </a:t>
            </a:r>
            <a:r>
              <a:rPr lang="en-US" dirty="0" err="1"/>
              <a:t>Baru</a:t>
            </a:r>
            <a:r>
              <a:rPr lang="en-US" dirty="0"/>
              <a:t> Rt. 002 / </a:t>
            </a:r>
            <a:r>
              <a:rPr lang="en-US" dirty="0" err="1"/>
              <a:t>Rw</a:t>
            </a:r>
            <a:r>
              <a:rPr lang="en-US" dirty="0"/>
              <a:t>. 009 </a:t>
            </a:r>
            <a:r>
              <a:rPr lang="en-US" dirty="0" err="1"/>
              <a:t>Desa</a:t>
            </a:r>
            <a:r>
              <a:rPr lang="en-US" dirty="0"/>
              <a:t> </a:t>
            </a:r>
            <a:r>
              <a:rPr lang="en-US" dirty="0" err="1"/>
              <a:t>Cipicung</a:t>
            </a:r>
            <a:r>
              <a:rPr lang="en-US" dirty="0"/>
              <a:t> </a:t>
            </a:r>
            <a:r>
              <a:rPr lang="en-US" dirty="0" err="1"/>
              <a:t>Kecamatan</a:t>
            </a:r>
            <a:r>
              <a:rPr lang="en-US" dirty="0"/>
              <a:t> </a:t>
            </a:r>
            <a:r>
              <a:rPr lang="en-US" dirty="0" err="1"/>
              <a:t>Banyuresmi</a:t>
            </a:r>
            <a:r>
              <a:rPr lang="en-US" dirty="0"/>
              <a:t> </a:t>
            </a:r>
            <a:r>
              <a:rPr lang="en-US" dirty="0" err="1"/>
              <a:t>Kabupaten</a:t>
            </a:r>
            <a:r>
              <a:rPr lang="en-US" dirty="0"/>
              <a:t> </a:t>
            </a:r>
            <a:r>
              <a:rPr lang="en-US" dirty="0" err="1"/>
              <a:t>Garut</a:t>
            </a:r>
            <a:r>
              <a:rPr lang="en-US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oto dr.syahri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720" y="0"/>
            <a:ext cx="2080895" cy="208788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3115945" y="2132965"/>
            <a:ext cx="2626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      dr. Syahrial/Pj UKP</a:t>
            </a:r>
          </a:p>
        </p:txBody>
      </p:sp>
      <p:pic>
        <p:nvPicPr>
          <p:cNvPr id="8" name="Picture 7" descr="foto heg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070" y="2565400"/>
            <a:ext cx="2107565" cy="2355215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34925" y="4919980"/>
            <a:ext cx="2252345" cy="749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/>
              <a:t>Hegar Feby Apriani.S.Kep</a:t>
            </a:r>
          </a:p>
          <a:p>
            <a:r>
              <a:rPr lang="en-US"/>
              <a:t>/Koor. RAJAL</a:t>
            </a:r>
          </a:p>
        </p:txBody>
      </p:sp>
      <p:pic>
        <p:nvPicPr>
          <p:cNvPr id="10" name="Picture 9" descr="foto uswatu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3655" y="2597150"/>
            <a:ext cx="1930400" cy="2273935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2505710" y="4850765"/>
            <a:ext cx="2031365" cy="8623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/>
              <a:t>Uswatun Hasanah.S.Kep</a:t>
            </a:r>
          </a:p>
          <a:p>
            <a:r>
              <a:rPr lang="en-US"/>
              <a:t>/Koor. RANAP</a:t>
            </a:r>
          </a:p>
        </p:txBody>
      </p:sp>
      <p:pic>
        <p:nvPicPr>
          <p:cNvPr id="12" name="Picture 11" descr="foto drg nit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3455" y="2591435"/>
            <a:ext cx="2070735" cy="2250440"/>
          </a:xfrm>
          <a:prstGeom prst="rect">
            <a:avLst/>
          </a:prstGeom>
        </p:spPr>
      </p:pic>
      <p:sp>
        <p:nvSpPr>
          <p:cNvPr id="13" name="Text Box 12"/>
          <p:cNvSpPr txBox="1"/>
          <p:nvPr/>
        </p:nvSpPr>
        <p:spPr>
          <a:xfrm>
            <a:off x="4632960" y="4930775"/>
            <a:ext cx="2256155" cy="7518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/>
              <a:t>drg. Nita Septiani</a:t>
            </a:r>
          </a:p>
          <a:p>
            <a:r>
              <a:rPr lang="en-US"/>
              <a:t>/Koor. Poli GIGI&amp;MULUT</a:t>
            </a:r>
          </a:p>
        </p:txBody>
      </p:sp>
      <p:pic>
        <p:nvPicPr>
          <p:cNvPr id="15" name="Picture 14" descr="foto ilmar 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9450" y="2542540"/>
            <a:ext cx="1950720" cy="2299335"/>
          </a:xfrm>
          <a:prstGeom prst="rect">
            <a:avLst/>
          </a:prstGeom>
        </p:spPr>
      </p:pic>
      <p:sp>
        <p:nvSpPr>
          <p:cNvPr id="16" name="Text Box 15"/>
          <p:cNvSpPr txBox="1"/>
          <p:nvPr/>
        </p:nvSpPr>
        <p:spPr>
          <a:xfrm>
            <a:off x="6938645" y="4985385"/>
            <a:ext cx="2172335" cy="7645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/>
              <a:t>Ilmar M.A.Md.Keb</a:t>
            </a:r>
          </a:p>
          <a:p>
            <a:r>
              <a:rPr lang="en-US"/>
              <a:t>/Koor. RB&amp;KIA</a:t>
            </a:r>
          </a:p>
        </p:txBody>
      </p:sp>
      <p:sp>
        <p:nvSpPr>
          <p:cNvPr id="19" name="Snip Single Corner Rectangle 18"/>
          <p:cNvSpPr/>
          <p:nvPr/>
        </p:nvSpPr>
        <p:spPr>
          <a:xfrm>
            <a:off x="0" y="5805264"/>
            <a:ext cx="7236296" cy="1052736"/>
          </a:xfrm>
          <a:prstGeom prst="snip1Rect">
            <a:avLst>
              <a:gd name="adj" fmla="val 50000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KLINIK SEHAT BAGENDIT</a:t>
            </a:r>
          </a:p>
          <a:p>
            <a:r>
              <a:rPr lang="en-US" dirty="0" err="1"/>
              <a:t>Jalan</a:t>
            </a:r>
            <a:r>
              <a:rPr lang="en-US" dirty="0"/>
              <a:t> </a:t>
            </a:r>
            <a:r>
              <a:rPr lang="en-US" dirty="0" err="1"/>
              <a:t>Cinunuk</a:t>
            </a:r>
            <a:r>
              <a:rPr lang="en-US" dirty="0"/>
              <a:t> No.9 </a:t>
            </a:r>
            <a:r>
              <a:rPr lang="en-US" dirty="0" err="1"/>
              <a:t>Kp</a:t>
            </a:r>
            <a:r>
              <a:rPr lang="en-US" dirty="0"/>
              <a:t>. </a:t>
            </a:r>
            <a:r>
              <a:rPr lang="en-US" dirty="0" err="1"/>
              <a:t>Babakan</a:t>
            </a:r>
            <a:r>
              <a:rPr lang="en-US" dirty="0"/>
              <a:t> </a:t>
            </a:r>
            <a:r>
              <a:rPr lang="en-US" dirty="0" err="1"/>
              <a:t>Baru</a:t>
            </a:r>
            <a:r>
              <a:rPr lang="en-US" dirty="0"/>
              <a:t> Rt. 002 / </a:t>
            </a:r>
            <a:r>
              <a:rPr lang="en-US" dirty="0" err="1"/>
              <a:t>Rw</a:t>
            </a:r>
            <a:r>
              <a:rPr lang="en-US" dirty="0"/>
              <a:t>. 009 </a:t>
            </a:r>
            <a:r>
              <a:rPr lang="en-US" dirty="0" err="1"/>
              <a:t>Desa</a:t>
            </a:r>
            <a:r>
              <a:rPr lang="en-US" dirty="0"/>
              <a:t> </a:t>
            </a:r>
            <a:r>
              <a:rPr lang="en-US" dirty="0" err="1"/>
              <a:t>Cipicung</a:t>
            </a:r>
            <a:r>
              <a:rPr lang="en-US" dirty="0"/>
              <a:t> </a:t>
            </a:r>
            <a:r>
              <a:rPr lang="en-US" dirty="0" err="1"/>
              <a:t>Kecamatan</a:t>
            </a:r>
            <a:r>
              <a:rPr lang="en-US" dirty="0"/>
              <a:t> </a:t>
            </a:r>
            <a:r>
              <a:rPr lang="en-US" dirty="0" err="1"/>
              <a:t>Banyuresmi</a:t>
            </a:r>
            <a:r>
              <a:rPr lang="en-US" dirty="0"/>
              <a:t> </a:t>
            </a:r>
            <a:r>
              <a:rPr lang="en-US" dirty="0" err="1"/>
              <a:t>Kabupaten</a:t>
            </a:r>
            <a:r>
              <a:rPr lang="en-US" dirty="0"/>
              <a:t> </a:t>
            </a:r>
            <a:r>
              <a:rPr lang="en-US" dirty="0" err="1"/>
              <a:t>Garut</a:t>
            </a:r>
            <a:r>
              <a:rPr lang="en-US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oto fauzia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755" y="41910"/>
            <a:ext cx="2168525" cy="2870835"/>
          </a:xfrm>
          <a:prstGeom prst="rect">
            <a:avLst/>
          </a:prstGeom>
        </p:spPr>
      </p:pic>
      <p:pic>
        <p:nvPicPr>
          <p:cNvPr id="17" name="Picture 16" descr="foto sus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240" y="0"/>
            <a:ext cx="1931670" cy="2912110"/>
          </a:xfrm>
          <a:prstGeom prst="rect">
            <a:avLst/>
          </a:prstGeom>
        </p:spPr>
      </p:pic>
      <p:pic>
        <p:nvPicPr>
          <p:cNvPr id="8" name="Picture 7" descr="foto rahma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15" y="635"/>
            <a:ext cx="2243455" cy="2948305"/>
          </a:xfrm>
          <a:prstGeom prst="rect">
            <a:avLst/>
          </a:prstGeom>
        </p:spPr>
      </p:pic>
      <p:pic>
        <p:nvPicPr>
          <p:cNvPr id="9" name="Picture 8" descr="foto tamm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8480" y="0"/>
            <a:ext cx="2194560" cy="2945130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0" y="3209290"/>
            <a:ext cx="2351405" cy="10318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/>
              <a:t>Rahman Surahman.S.Si</a:t>
            </a:r>
          </a:p>
          <a:p>
            <a:r>
              <a:rPr lang="en-US"/>
              <a:t>Apt/Koor. Apotik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2411730" y="3141345"/>
            <a:ext cx="20758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Susi Nurwinti A.Md.AK/Koor. Lab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4547870" y="3213100"/>
            <a:ext cx="22752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Fauziah Elsa Nafisah .A.Md.RMIK</a:t>
            </a:r>
          </a:p>
          <a:p>
            <a:r>
              <a:rPr lang="en-US"/>
              <a:t>/Koor.Rekam Medik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6875780" y="3141345"/>
            <a:ext cx="22047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Tammy Ajeng.Rahayu.AMG</a:t>
            </a:r>
          </a:p>
          <a:p>
            <a:r>
              <a:rPr lang="en-US"/>
              <a:t>/Koor. GIZI</a:t>
            </a:r>
          </a:p>
        </p:txBody>
      </p:sp>
      <p:sp>
        <p:nvSpPr>
          <p:cNvPr id="19" name="Snip Single Corner Rectangle 18"/>
          <p:cNvSpPr/>
          <p:nvPr/>
        </p:nvSpPr>
        <p:spPr>
          <a:xfrm>
            <a:off x="0" y="5805264"/>
            <a:ext cx="7236296" cy="1052736"/>
          </a:xfrm>
          <a:prstGeom prst="snip1Rect">
            <a:avLst>
              <a:gd name="adj" fmla="val 50000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KLINIK SEHAT BAGENDIT</a:t>
            </a:r>
          </a:p>
          <a:p>
            <a:r>
              <a:rPr lang="en-US" dirty="0" err="1"/>
              <a:t>Jalan</a:t>
            </a:r>
            <a:r>
              <a:rPr lang="en-US" dirty="0"/>
              <a:t> </a:t>
            </a:r>
            <a:r>
              <a:rPr lang="en-US" dirty="0" err="1"/>
              <a:t>Cinunuk</a:t>
            </a:r>
            <a:r>
              <a:rPr lang="en-US" dirty="0"/>
              <a:t> No.9 </a:t>
            </a:r>
            <a:r>
              <a:rPr lang="en-US" dirty="0" err="1"/>
              <a:t>Kp</a:t>
            </a:r>
            <a:r>
              <a:rPr lang="en-US" dirty="0"/>
              <a:t>. </a:t>
            </a:r>
            <a:r>
              <a:rPr lang="en-US" dirty="0" err="1"/>
              <a:t>Babakan</a:t>
            </a:r>
            <a:r>
              <a:rPr lang="en-US" dirty="0"/>
              <a:t> </a:t>
            </a:r>
            <a:r>
              <a:rPr lang="en-US" dirty="0" err="1"/>
              <a:t>Baru</a:t>
            </a:r>
            <a:r>
              <a:rPr lang="en-US" dirty="0"/>
              <a:t> Rt. 002 / </a:t>
            </a:r>
            <a:r>
              <a:rPr lang="en-US" dirty="0" err="1"/>
              <a:t>Rw</a:t>
            </a:r>
            <a:r>
              <a:rPr lang="en-US" dirty="0"/>
              <a:t>. 009 </a:t>
            </a:r>
            <a:r>
              <a:rPr lang="en-US" dirty="0" err="1"/>
              <a:t>Desa</a:t>
            </a:r>
            <a:r>
              <a:rPr lang="en-US" dirty="0"/>
              <a:t> </a:t>
            </a:r>
            <a:r>
              <a:rPr lang="en-US" dirty="0" err="1"/>
              <a:t>Cipicung</a:t>
            </a:r>
            <a:r>
              <a:rPr lang="en-US" dirty="0"/>
              <a:t> </a:t>
            </a:r>
            <a:r>
              <a:rPr lang="en-US" dirty="0" err="1"/>
              <a:t>Kecamatan</a:t>
            </a:r>
            <a:r>
              <a:rPr lang="en-US" dirty="0"/>
              <a:t> </a:t>
            </a:r>
            <a:r>
              <a:rPr lang="en-US" dirty="0" err="1"/>
              <a:t>Banyuresmi</a:t>
            </a:r>
            <a:r>
              <a:rPr lang="en-US" dirty="0"/>
              <a:t> </a:t>
            </a:r>
            <a:r>
              <a:rPr lang="en-US" dirty="0" err="1"/>
              <a:t>Kabupaten</a:t>
            </a:r>
            <a:r>
              <a:rPr lang="en-US" dirty="0"/>
              <a:t> </a:t>
            </a:r>
            <a:r>
              <a:rPr lang="en-US" dirty="0" err="1"/>
              <a:t>Garut</a:t>
            </a:r>
            <a:r>
              <a:rPr lang="en-US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solidFill>
            <a:schemeClr val="accent6">
              <a:lumMod val="75000"/>
            </a:schemeClr>
          </a:solidFill>
        </p:spPr>
        <p:txBody>
          <a:bodyPr/>
          <a:lstStyle/>
          <a:p>
            <a:r>
              <a:rPr lang="en-US"/>
              <a:t>TERIMA KASIH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solidFill>
            <a:srgbClr val="92D050"/>
          </a:solidFill>
        </p:spPr>
        <p:txBody>
          <a:bodyPr/>
          <a:lstStyle/>
          <a:p>
            <a:r>
              <a:rPr lang="en-US"/>
              <a:t>Klinik Sehat Bagendit</a:t>
            </a:r>
          </a:p>
          <a:p>
            <a:r>
              <a:rPr lang="en-US"/>
              <a:t>PARIPURNA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932</Words>
  <Application>Microsoft Office PowerPoint</Application>
  <PresentationFormat>On-screen Show (4:3)</PresentationFormat>
  <Paragraphs>158</Paragraphs>
  <Slides>17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Profil  Klinik Sehat Bagendit</vt:lpstr>
      <vt:lpstr>Visi  Klinik Sehat Bagendit</vt:lpstr>
      <vt:lpstr>Misi  Klinik Sehat Bagendit</vt:lpstr>
      <vt:lpstr>Tata Nilai  Klinik Sehat Bagendit</vt:lpstr>
      <vt:lpstr>Motto  Klinik Sehat Bagendit</vt:lpstr>
      <vt:lpstr>Logo Klinik Sehat Bagendit</vt:lpstr>
      <vt:lpstr>Fasilitas  Klinik Sehat Bagendit</vt:lpstr>
      <vt:lpstr>Pelayanan  Klinik Sehat Bagendit</vt:lpstr>
      <vt:lpstr>Waktu Pelayanan</vt:lpstr>
      <vt:lpstr>STRUKTUR ORGANISASI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TERIMA KASIH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23</cp:revision>
  <dcterms:created xsi:type="dcterms:W3CDTF">2024-05-12T05:00:00Z</dcterms:created>
  <dcterms:modified xsi:type="dcterms:W3CDTF">2025-08-19T01:41:56Z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7AF02162076F4C2B98797E4356289BC0_13</vt:lpwstr>
  </property>
  <property fmtid="{D5CDD505-2E9C-101B-9397-08002B2CF9AE}" pid="3" name="KSOProductBuildVer">
    <vt:lpwstr>1033-12.2.0.17545</vt:lpwstr>
  </property>
</Properties>
</file>